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1160" cy="8588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E3493B-DA12-4BEB-AB76-7D77B11C9A81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6;p9"/>
          <p:cNvSpPr/>
          <p:nvPr/>
        </p:nvSpPr>
        <p:spPr>
          <a:xfrm>
            <a:off x="10800000" y="-360"/>
            <a:ext cx="10799280" cy="10799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5120" cy="311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3360" cy="77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3A79B7-8568-4736-B6D7-FA33D128B04A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9960" cy="126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897919-E67F-4B5B-9BAD-C104477EEC45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6880" cy="430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8CB338-6963-4FA7-9659-66F29FFA7050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8920" cy="626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6880" cy="4122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b="0" lang="pt-PT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6880" cy="273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474AD4-9FF6-449D-90DF-336CFD4AFBD6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C6CECB-9473-4998-8975-D8083913B8C4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6880" cy="176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77365B-503A-4924-9BB4-5B8A0E24CD31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880" cy="12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6880" cy="717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3587F4-74D0-4AD9-99D7-912FD6209AD4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880" cy="12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7840" cy="717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7840" cy="717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BCAD0A-9261-4490-82D0-8EB4C566FF76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6880" cy="1201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220264-414C-4DB6-A933-4D404EDDBA2E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2280" cy="158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2280" cy="667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5280" cy="82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41C667-6E83-4101-B187-E4D8299C08DA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&lt;number&gt;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9280" cy="1079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9560" cy="276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9280" cy="107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Google Shape;61;p14"/>
          <p:cNvSpPr txBox="1"/>
          <p:nvPr/>
        </p:nvSpPr>
        <p:spPr>
          <a:xfrm>
            <a:off x="814320" y="3300840"/>
            <a:ext cx="19970640" cy="4197960"/>
          </a:xfrm>
          <a:prstGeom prst="rect">
            <a:avLst/>
          </a:prstGeom>
        </p:spPr>
        <p:txBody>
          <a:bodyPr wrap="none" lIns="204480" rIns="2044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Google Shape;66;p15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4" name="Google Shape;67;p15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68;p15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Google Shape;69;p15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70;p15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71;p15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72;p15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73;p15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74;p15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75;p15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6;p15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7;p15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8;p15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9;p15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" name="Google Shape;80;p15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8" name="Google Shape;81;p15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9" name="Google Shape;82;p15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" name="Google Shape;83;p15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1" name="Google Shape;84;p15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2" name="Google Shape;85;p15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3" name="Google Shape;86;p15"/>
          <p:cNvSpPr/>
          <p:nvPr/>
        </p:nvSpPr>
        <p:spPr>
          <a:xfrm>
            <a:off x="167400" y="801720"/>
            <a:ext cx="2410200" cy="2639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jogador do mindustry sinto falta de níveis de eficiência nas máquinas. Assim que as adquirimos não existe forma de serem melhoradas. Se existisse esta opção o jogo seria mais desafiante e completo.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Google Shape;87;p15"/>
          <p:cNvSpPr/>
          <p:nvPr/>
        </p:nvSpPr>
        <p:spPr>
          <a:xfrm>
            <a:off x="167400" y="7345800"/>
            <a:ext cx="2436480" cy="2775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um jogador veterano, gostaria de construir uma nova defesa que desativa as capacidades aéreas destas unidades, para que eu possa lidar com elas numa maneira estratégica, forçando-as a lutar no chão.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5" name="Google Shape;91;p15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6" name="Google Shape;92;p15"/>
          <p:cNvSpPr/>
          <p:nvPr/>
        </p:nvSpPr>
        <p:spPr>
          <a:xfrm>
            <a:off x="167400" y="3894840"/>
            <a:ext cx="2436480" cy="2639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Como jogador do jogo, gostaria de ter avisos mais chamativos quando o conveyor não tem destino, fica bloqueado ou está mal montado, para que eu possa manter informação em tempo real do estado do jogo.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" name="Google Shape;97;p16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8" name="Google Shape;98;p16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Google Shape;99;p16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100;p16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01;p16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02;p16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Google Shape;103;p16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04;p16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105;p16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6;p16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7;p16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8;p16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9;p16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10;p16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oogle Shape;111;p16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2" name="Google Shape;112;p16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3" name="Google Shape;113;p16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4" name="Google Shape;114;p16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5" name="Google Shape;115;p16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6" name="Google Shape;116;p16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77" name="Google Shape;117;p16"/>
          <p:cNvSpPr/>
          <p:nvPr/>
        </p:nvSpPr>
        <p:spPr>
          <a:xfrm>
            <a:off x="16740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Google Shape;118;p16"/>
          <p:cNvSpPr/>
          <p:nvPr/>
        </p:nvSpPr>
        <p:spPr>
          <a:xfrm>
            <a:off x="628164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119;p16"/>
          <p:cNvSpPr/>
          <p:nvPr/>
        </p:nvSpPr>
        <p:spPr>
          <a:xfrm>
            <a:off x="1239552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Google Shape;120;p16"/>
          <p:cNvSpPr/>
          <p:nvPr/>
        </p:nvSpPr>
        <p:spPr>
          <a:xfrm>
            <a:off x="6281640" y="404280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121;p16"/>
          <p:cNvSpPr/>
          <p:nvPr/>
        </p:nvSpPr>
        <p:spPr>
          <a:xfrm>
            <a:off x="15426000" y="39535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Google Shape;122;p16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3" name="Google Shape;123;p16"/>
          <p:cNvSpPr/>
          <p:nvPr/>
        </p:nvSpPr>
        <p:spPr>
          <a:xfrm>
            <a:off x="140760" y="268704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4" name="Google Shape;128;p17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5" name="Google Shape;129;p17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30;p17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31;p17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32;p17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133;p17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Google Shape;134;p17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135;p17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6;p17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7;p17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8;p17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9;p17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40;p17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41;p17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Google Shape;142;p17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99" name="Google Shape;143;p17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0" name="Google Shape;144;p17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1" name="Google Shape;145;p17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2" name="Google Shape;146;p17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3" name="Google Shape;147;p17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04" name="Google Shape;148;p17"/>
          <p:cNvSpPr/>
          <p:nvPr/>
        </p:nvSpPr>
        <p:spPr>
          <a:xfrm>
            <a:off x="16740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49;p17"/>
          <p:cNvSpPr/>
          <p:nvPr/>
        </p:nvSpPr>
        <p:spPr>
          <a:xfrm>
            <a:off x="628164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50;p17"/>
          <p:cNvSpPr/>
          <p:nvPr/>
        </p:nvSpPr>
        <p:spPr>
          <a:xfrm>
            <a:off x="1553256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51;p17"/>
          <p:cNvSpPr/>
          <p:nvPr/>
        </p:nvSpPr>
        <p:spPr>
          <a:xfrm>
            <a:off x="6281640" y="404280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52;p17"/>
          <p:cNvSpPr/>
          <p:nvPr/>
        </p:nvSpPr>
        <p:spPr>
          <a:xfrm>
            <a:off x="15426000" y="39535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9" name="Google Shape;153;p17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0" name="Google Shape;154;p17"/>
          <p:cNvSpPr/>
          <p:nvPr/>
        </p:nvSpPr>
        <p:spPr>
          <a:xfrm>
            <a:off x="140760" y="268704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1" name="Google Shape;159;p18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2" name="Google Shape;160;p18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61;p18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62;p18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63;p18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64;p18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165;p18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166;p18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7;p18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8;p18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9;p18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70;p18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71;p18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72;p18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5" name="Google Shape;173;p18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6" name="Google Shape;174;p18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7" name="Google Shape;175;p18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8" name="Google Shape;176;p18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29" name="Google Shape;177;p18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0" name="Google Shape;178;p18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1" name="Google Shape;179;p18"/>
          <p:cNvSpPr/>
          <p:nvPr/>
        </p:nvSpPr>
        <p:spPr>
          <a:xfrm>
            <a:off x="16740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180;p18"/>
          <p:cNvSpPr/>
          <p:nvPr/>
        </p:nvSpPr>
        <p:spPr>
          <a:xfrm>
            <a:off x="628164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181;p18"/>
          <p:cNvSpPr/>
          <p:nvPr/>
        </p:nvSpPr>
        <p:spPr>
          <a:xfrm>
            <a:off x="1553256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82;p18"/>
          <p:cNvSpPr/>
          <p:nvPr/>
        </p:nvSpPr>
        <p:spPr>
          <a:xfrm>
            <a:off x="6281640" y="404280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183;p18"/>
          <p:cNvSpPr/>
          <p:nvPr/>
        </p:nvSpPr>
        <p:spPr>
          <a:xfrm>
            <a:off x="12395880" y="39535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6" name="Google Shape;184;p18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7" name="Google Shape;185;p18"/>
          <p:cNvSpPr/>
          <p:nvPr/>
        </p:nvSpPr>
        <p:spPr>
          <a:xfrm>
            <a:off x="140760" y="268704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90;p19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39" name="Google Shape;191;p19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92;p19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93;p19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194;p19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195;p19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196;p19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Google Shape;197;p19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8;p19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9;p19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200;p19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201;p19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202;p19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203;p19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Google Shape;204;p19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3" name="Google Shape;205;p19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4" name="Google Shape;206;p19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5" name="Google Shape;207;p19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6" name="Google Shape;208;p19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7" name="Google Shape;209;p19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58" name="Google Shape;210;p19"/>
          <p:cNvSpPr/>
          <p:nvPr/>
        </p:nvSpPr>
        <p:spPr>
          <a:xfrm>
            <a:off x="16740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211;p19"/>
          <p:cNvSpPr/>
          <p:nvPr/>
        </p:nvSpPr>
        <p:spPr>
          <a:xfrm>
            <a:off x="628164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212;p19"/>
          <p:cNvSpPr/>
          <p:nvPr/>
        </p:nvSpPr>
        <p:spPr>
          <a:xfrm>
            <a:off x="18668880" y="8017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213;p19"/>
          <p:cNvSpPr/>
          <p:nvPr/>
        </p:nvSpPr>
        <p:spPr>
          <a:xfrm>
            <a:off x="6281640" y="404280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214;p19"/>
          <p:cNvSpPr/>
          <p:nvPr/>
        </p:nvSpPr>
        <p:spPr>
          <a:xfrm>
            <a:off x="12395880" y="395352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3" name="Google Shape;215;p19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4" name="Google Shape;216;p19"/>
          <p:cNvSpPr/>
          <p:nvPr/>
        </p:nvSpPr>
        <p:spPr>
          <a:xfrm>
            <a:off x="140760" y="2687040"/>
            <a:ext cx="2410200" cy="1647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9280" cy="107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Google Shape;222;p20"/>
          <p:cNvSpPr txBox="1"/>
          <p:nvPr/>
        </p:nvSpPr>
        <p:spPr>
          <a:xfrm>
            <a:off x="814320" y="3300840"/>
            <a:ext cx="19956960" cy="4197960"/>
          </a:xfrm>
          <a:prstGeom prst="rect">
            <a:avLst/>
          </a:prstGeom>
        </p:spPr>
        <p:txBody>
          <a:bodyPr wrap="none" lIns="204480" rIns="2044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Google Shape;66;p15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68" name="Google Shape;67;p15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68;p15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69;p15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70;p15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Google Shape;71;p15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Google Shape;72;p15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Google Shape;73;p15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74;p15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75;p15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6;p15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7;p15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8;p15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9;p15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1" name="Google Shape;80;p15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2" name="Google Shape;81;p15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3" name="Google Shape;82;p15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4" name="Google Shape;83;p15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5" name="Google Shape;84;p15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6" name="Google Shape;85;p15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87" name="Google Shape;86;p15"/>
          <p:cNvSpPr/>
          <p:nvPr/>
        </p:nvSpPr>
        <p:spPr>
          <a:xfrm>
            <a:off x="167400" y="801720"/>
            <a:ext cx="2410200" cy="26398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Google Shape;91;p15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89" name="Google Shape;92;p15"/>
          <p:cNvSpPr/>
          <p:nvPr/>
        </p:nvSpPr>
        <p:spPr>
          <a:xfrm>
            <a:off x="167400" y="3894840"/>
            <a:ext cx="2436480" cy="26398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Google Shape;87;p15"/>
          <p:cNvSpPr/>
          <p:nvPr/>
        </p:nvSpPr>
        <p:spPr>
          <a:xfrm>
            <a:off x="29520" y="13856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Google Shape;87;p15"/>
          <p:cNvSpPr/>
          <p:nvPr/>
        </p:nvSpPr>
        <p:spPr>
          <a:xfrm>
            <a:off x="984600" y="148068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2" name="Google Shape;66;p15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3" name="Google Shape;67;p15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Google Shape;68;p15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Google Shape;69;p15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70;p15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71;p15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Google Shape;72;p15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Google Shape;73;p15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74;p15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75;p15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6;p15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7;p15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8;p15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9;p15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" name="Google Shape;80;p15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7" name="Google Shape;81;p15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8" name="Google Shape;82;p15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09" name="Google Shape;83;p15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0" name="Google Shape;84;p15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1" name="Google Shape;85;p15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2" name="Google Shape;86;p15"/>
          <p:cNvSpPr/>
          <p:nvPr/>
        </p:nvSpPr>
        <p:spPr>
          <a:xfrm>
            <a:off x="6235200" y="1330920"/>
            <a:ext cx="2410200" cy="4076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3" name="Google Shape;91;p15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14" name="Google Shape;92;p15"/>
          <p:cNvSpPr/>
          <p:nvPr/>
        </p:nvSpPr>
        <p:spPr>
          <a:xfrm>
            <a:off x="6240960" y="6022080"/>
            <a:ext cx="2436480" cy="4176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Google Shape;87;p15"/>
          <p:cNvSpPr/>
          <p:nvPr/>
        </p:nvSpPr>
        <p:spPr>
          <a:xfrm>
            <a:off x="12691080" y="7196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Google Shape;87;p15"/>
          <p:cNvSpPr/>
          <p:nvPr/>
        </p:nvSpPr>
        <p:spPr>
          <a:xfrm>
            <a:off x="9609840" y="6800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Google Shape;87;p15"/>
          <p:cNvSpPr/>
          <p:nvPr/>
        </p:nvSpPr>
        <p:spPr>
          <a:xfrm>
            <a:off x="12691080" y="212220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Google Shape;87;p15"/>
          <p:cNvSpPr/>
          <p:nvPr/>
        </p:nvSpPr>
        <p:spPr>
          <a:xfrm>
            <a:off x="12691080" y="33721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Google Shape;87;p15"/>
          <p:cNvSpPr/>
          <p:nvPr/>
        </p:nvSpPr>
        <p:spPr>
          <a:xfrm>
            <a:off x="12691080" y="500616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Google Shape;87;p15"/>
          <p:cNvSpPr/>
          <p:nvPr/>
        </p:nvSpPr>
        <p:spPr>
          <a:xfrm>
            <a:off x="12663360" y="66319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63360" y="827640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22831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9609840" y="378216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9621000" y="52070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9609840" y="67255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9582120" y="830160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7" name="Google Shape;66;p15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8" name="Google Shape;67;p15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68;p15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69;p15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70;p15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71;p15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Google Shape;72;p15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Google Shape;73;p15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74;p15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75;p15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6;p15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7;p15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8;p15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9;p15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1" name="Google Shape;80;p15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2" name="Google Shape;81;p15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3" name="Google Shape;82;p15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4" name="Google Shape;83;p15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5" name="Google Shape;84;p15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6" name="Google Shape;85;p15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47" name="Google Shape;86;p15"/>
          <p:cNvSpPr/>
          <p:nvPr/>
        </p:nvSpPr>
        <p:spPr>
          <a:xfrm>
            <a:off x="6235200" y="1330920"/>
            <a:ext cx="2410200" cy="4076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Google Shape;91;p15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49" name="Google Shape;92;p15"/>
          <p:cNvSpPr/>
          <p:nvPr/>
        </p:nvSpPr>
        <p:spPr>
          <a:xfrm>
            <a:off x="6240960" y="6022080"/>
            <a:ext cx="2436480" cy="417636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Google Shape;87;p15"/>
          <p:cNvSpPr/>
          <p:nvPr/>
        </p:nvSpPr>
        <p:spPr>
          <a:xfrm>
            <a:off x="19018800" y="6800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Google Shape;87;p15"/>
          <p:cNvSpPr/>
          <p:nvPr/>
        </p:nvSpPr>
        <p:spPr>
          <a:xfrm>
            <a:off x="12657600" y="7376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Google Shape;87;p15"/>
          <p:cNvSpPr/>
          <p:nvPr/>
        </p:nvSpPr>
        <p:spPr>
          <a:xfrm>
            <a:off x="19018800" y="208260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Google Shape;87;p15"/>
          <p:cNvSpPr/>
          <p:nvPr/>
        </p:nvSpPr>
        <p:spPr>
          <a:xfrm>
            <a:off x="19018800" y="333216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Google Shape;87;p15"/>
          <p:cNvSpPr/>
          <p:nvPr/>
        </p:nvSpPr>
        <p:spPr>
          <a:xfrm>
            <a:off x="19018800" y="496656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Google Shape;87;p15"/>
          <p:cNvSpPr/>
          <p:nvPr/>
        </p:nvSpPr>
        <p:spPr>
          <a:xfrm>
            <a:off x="18991080" y="65923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8991080" y="82364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23407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2657600" y="383976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2668400" y="52646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2657600" y="678312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2629880" y="8358840"/>
            <a:ext cx="1875240" cy="22924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9280" cy="1079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3" name="Google Shape;222;p 1"/>
          <p:cNvSpPr txBox="1"/>
          <p:nvPr/>
        </p:nvSpPr>
        <p:spPr>
          <a:xfrm>
            <a:off x="814320" y="3300840"/>
            <a:ext cx="19956960" cy="4197960"/>
          </a:xfrm>
          <a:prstGeom prst="rect">
            <a:avLst/>
          </a:prstGeom>
        </p:spPr>
        <p:txBody>
          <a:bodyPr wrap="none" lIns="204480" rIns="20448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4" name="Google Shape;66;p 1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65" name="Google Shape;67;p 1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68;p 1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69;p 1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Google Shape;70;p 1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Google Shape;71;p 1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Google Shape;72;p 1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Google Shape;73;p 1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74;p 1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75;p 1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6;p 1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7;p 1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8;p 1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9;p 1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Google Shape;80;p 1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79" name="Google Shape;81;p 1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0" name="Google Shape;82;p 1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1" name="Google Shape;83;p 1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2" name="Google Shape;84;p 1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3" name="Google Shape;85;p 1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84" name="Google Shape;86;p 1"/>
          <p:cNvSpPr/>
          <p:nvPr/>
        </p:nvSpPr>
        <p:spPr>
          <a:xfrm>
            <a:off x="6235200" y="970920"/>
            <a:ext cx="2410200" cy="892872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Google Shape;91;p 1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86" name="Google Shape;87;p 1"/>
          <p:cNvSpPr/>
          <p:nvPr/>
        </p:nvSpPr>
        <p:spPr>
          <a:xfrm>
            <a:off x="18838800" y="122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Google Shape;87;p 12"/>
          <p:cNvSpPr/>
          <p:nvPr/>
        </p:nvSpPr>
        <p:spPr>
          <a:xfrm>
            <a:off x="12600000" y="907596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Google Shape;87;p 3"/>
          <p:cNvSpPr/>
          <p:nvPr/>
        </p:nvSpPr>
        <p:spPr>
          <a:xfrm>
            <a:off x="18900000" y="284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Google Shape;87;p 4"/>
          <p:cNvSpPr/>
          <p:nvPr/>
        </p:nvSpPr>
        <p:spPr>
          <a:xfrm>
            <a:off x="18838800" y="428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Google Shape;87;p 6"/>
          <p:cNvSpPr/>
          <p:nvPr/>
        </p:nvSpPr>
        <p:spPr>
          <a:xfrm>
            <a:off x="18838800" y="594000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Google Shape;87;p 7"/>
          <p:cNvSpPr/>
          <p:nvPr/>
        </p:nvSpPr>
        <p:spPr>
          <a:xfrm>
            <a:off x="18838800" y="752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Google Shape;87;p 14"/>
          <p:cNvSpPr/>
          <p:nvPr/>
        </p:nvSpPr>
        <p:spPr>
          <a:xfrm>
            <a:off x="18838800" y="914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5"/>
          <p:cNvSpPr/>
          <p:nvPr/>
        </p:nvSpPr>
        <p:spPr>
          <a:xfrm>
            <a:off x="12600360" y="720000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11"/>
          <p:cNvSpPr/>
          <p:nvPr/>
        </p:nvSpPr>
        <p:spPr>
          <a:xfrm>
            <a:off x="12657600" y="547884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2"/>
          <p:cNvSpPr/>
          <p:nvPr/>
        </p:nvSpPr>
        <p:spPr>
          <a:xfrm>
            <a:off x="12704400" y="378000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8"/>
          <p:cNvSpPr/>
          <p:nvPr/>
        </p:nvSpPr>
        <p:spPr>
          <a:xfrm>
            <a:off x="12704400" y="223884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9"/>
          <p:cNvSpPr/>
          <p:nvPr/>
        </p:nvSpPr>
        <p:spPr>
          <a:xfrm>
            <a:off x="12600000" y="61884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66;p 2"/>
          <p:cNvCxnSpPr/>
          <p:nvPr/>
        </p:nvCxnSpPr>
        <p:spPr>
          <a:xfrm>
            <a:off x="5944680" y="-31320"/>
            <a:ext cx="720" cy="1085724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9" name="Google Shape;67;p 2"/>
          <p:cNvSpPr/>
          <p:nvPr/>
        </p:nvSpPr>
        <p:spPr>
          <a:xfrm>
            <a:off x="31971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68;p 2"/>
          <p:cNvSpPr/>
          <p:nvPr/>
        </p:nvSpPr>
        <p:spPr>
          <a:xfrm>
            <a:off x="628164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69;p 2"/>
          <p:cNvSpPr/>
          <p:nvPr/>
        </p:nvSpPr>
        <p:spPr>
          <a:xfrm>
            <a:off x="936612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70;p 2"/>
          <p:cNvSpPr/>
          <p:nvPr/>
        </p:nvSpPr>
        <p:spPr>
          <a:xfrm>
            <a:off x="12395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71;p 2"/>
          <p:cNvSpPr/>
          <p:nvPr/>
        </p:nvSpPr>
        <p:spPr>
          <a:xfrm>
            <a:off x="1553256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Google Shape;72;p 2"/>
          <p:cNvSpPr/>
          <p:nvPr/>
        </p:nvSpPr>
        <p:spPr>
          <a:xfrm>
            <a:off x="1866888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Google Shape;73;p 2"/>
          <p:cNvSpPr/>
          <p:nvPr/>
        </p:nvSpPr>
        <p:spPr>
          <a:xfrm>
            <a:off x="167400" y="84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74;p 2"/>
          <p:cNvSpPr/>
          <p:nvPr/>
        </p:nvSpPr>
        <p:spPr>
          <a:xfrm>
            <a:off x="3197160" y="13856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75;p 2"/>
          <p:cNvSpPr/>
          <p:nvPr/>
        </p:nvSpPr>
        <p:spPr>
          <a:xfrm>
            <a:off x="3197160" y="29613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6;p 2"/>
          <p:cNvSpPr/>
          <p:nvPr/>
        </p:nvSpPr>
        <p:spPr>
          <a:xfrm>
            <a:off x="3197160" y="45374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7;p 2"/>
          <p:cNvSpPr/>
          <p:nvPr/>
        </p:nvSpPr>
        <p:spPr>
          <a:xfrm>
            <a:off x="3197160" y="61131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8;p 2"/>
          <p:cNvSpPr/>
          <p:nvPr/>
        </p:nvSpPr>
        <p:spPr>
          <a:xfrm>
            <a:off x="3197160" y="768924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9;p 2"/>
          <p:cNvSpPr/>
          <p:nvPr/>
        </p:nvSpPr>
        <p:spPr>
          <a:xfrm>
            <a:off x="3197160" y="9264960"/>
            <a:ext cx="2410200" cy="48024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Google Shape;80;p 2"/>
          <p:cNvCxnSpPr/>
          <p:nvPr/>
        </p:nvCxnSpPr>
        <p:spPr>
          <a:xfrm>
            <a:off x="5607720" y="16257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3" name="Google Shape;81;p 2"/>
          <p:cNvCxnSpPr/>
          <p:nvPr/>
        </p:nvCxnSpPr>
        <p:spPr>
          <a:xfrm>
            <a:off x="5607720" y="32018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4" name="Google Shape;82;p 2"/>
          <p:cNvCxnSpPr/>
          <p:nvPr/>
        </p:nvCxnSpPr>
        <p:spPr>
          <a:xfrm>
            <a:off x="5607720" y="47775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5" name="Google Shape;83;p 2"/>
          <p:cNvCxnSpPr/>
          <p:nvPr/>
        </p:nvCxnSpPr>
        <p:spPr>
          <a:xfrm>
            <a:off x="5607720" y="63536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6" name="Google Shape;84;p 2"/>
          <p:cNvCxnSpPr/>
          <p:nvPr/>
        </p:nvCxnSpPr>
        <p:spPr>
          <a:xfrm>
            <a:off x="5607720" y="792936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7" name="Google Shape;85;p 2"/>
          <p:cNvCxnSpPr/>
          <p:nvPr/>
        </p:nvCxnSpPr>
        <p:spPr>
          <a:xfrm>
            <a:off x="5607720" y="9505440"/>
            <a:ext cx="16043040" cy="72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18" name="Google Shape;86;p 2"/>
          <p:cNvSpPr/>
          <p:nvPr/>
        </p:nvSpPr>
        <p:spPr>
          <a:xfrm>
            <a:off x="6235200" y="970920"/>
            <a:ext cx="2410200" cy="94690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9" name="Google Shape;91;p 2"/>
          <p:cNvCxnSpPr/>
          <p:nvPr/>
        </p:nvCxnSpPr>
        <p:spPr>
          <a:xfrm>
            <a:off x="2874240" y="-28440"/>
            <a:ext cx="720" cy="1085760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0" name="Google Shape;87;p 5"/>
          <p:cNvSpPr/>
          <p:nvPr/>
        </p:nvSpPr>
        <p:spPr>
          <a:xfrm>
            <a:off x="18838800" y="122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Google Shape;87;p 10"/>
          <p:cNvSpPr/>
          <p:nvPr/>
        </p:nvSpPr>
        <p:spPr>
          <a:xfrm>
            <a:off x="12539160" y="8869680"/>
            <a:ext cx="2160000" cy="11840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Google Shape;87;p 13"/>
          <p:cNvSpPr/>
          <p:nvPr/>
        </p:nvSpPr>
        <p:spPr>
          <a:xfrm>
            <a:off x="18900000" y="284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Google Shape;87;p 16"/>
          <p:cNvSpPr/>
          <p:nvPr/>
        </p:nvSpPr>
        <p:spPr>
          <a:xfrm>
            <a:off x="18838800" y="428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Google Shape;87;p 17"/>
          <p:cNvSpPr/>
          <p:nvPr/>
        </p:nvSpPr>
        <p:spPr>
          <a:xfrm>
            <a:off x="18838800" y="594000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Google Shape;87;p 18"/>
          <p:cNvSpPr/>
          <p:nvPr/>
        </p:nvSpPr>
        <p:spPr>
          <a:xfrm>
            <a:off x="18838800" y="752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Google Shape;87;p 19"/>
          <p:cNvSpPr/>
          <p:nvPr/>
        </p:nvSpPr>
        <p:spPr>
          <a:xfrm>
            <a:off x="18838800" y="9140040"/>
            <a:ext cx="1140840" cy="759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20"/>
          <p:cNvSpPr/>
          <p:nvPr/>
        </p:nvSpPr>
        <p:spPr>
          <a:xfrm>
            <a:off x="12600360" y="7560000"/>
            <a:ext cx="1875240" cy="72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22"/>
          <p:cNvSpPr/>
          <p:nvPr/>
        </p:nvSpPr>
        <p:spPr>
          <a:xfrm>
            <a:off x="12704400" y="3960000"/>
            <a:ext cx="1875240" cy="144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23"/>
          <p:cNvSpPr/>
          <p:nvPr/>
        </p:nvSpPr>
        <p:spPr>
          <a:xfrm>
            <a:off x="12704400" y="2637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24"/>
          <p:cNvSpPr/>
          <p:nvPr/>
        </p:nvSpPr>
        <p:spPr>
          <a:xfrm>
            <a:off x="12704760" y="979200"/>
            <a:ext cx="1875240" cy="136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25"/>
          <p:cNvSpPr/>
          <p:nvPr/>
        </p:nvSpPr>
        <p:spPr>
          <a:xfrm>
            <a:off x="15840000" y="9000000"/>
            <a:ext cx="187524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26"/>
          <p:cNvSpPr/>
          <p:nvPr/>
        </p:nvSpPr>
        <p:spPr>
          <a:xfrm>
            <a:off x="15840000" y="7380000"/>
            <a:ext cx="1875240" cy="118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7"/>
          <p:cNvSpPr/>
          <p:nvPr/>
        </p:nvSpPr>
        <p:spPr>
          <a:xfrm>
            <a:off x="15764760" y="5400000"/>
            <a:ext cx="1875240" cy="172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8"/>
          <p:cNvSpPr/>
          <p:nvPr/>
        </p:nvSpPr>
        <p:spPr>
          <a:xfrm>
            <a:off x="15764760" y="4140000"/>
            <a:ext cx="1875240" cy="100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9"/>
          <p:cNvSpPr/>
          <p:nvPr/>
        </p:nvSpPr>
        <p:spPr>
          <a:xfrm>
            <a:off x="15764760" y="2520000"/>
            <a:ext cx="1875240" cy="1080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present code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smells, Design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30"/>
          <p:cNvSpPr/>
          <p:nvPr/>
        </p:nvSpPr>
        <p:spPr>
          <a:xfrm>
            <a:off x="15764760" y="1159200"/>
            <a:ext cx="1875240" cy="1000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1"/>
          <p:cNvSpPr/>
          <p:nvPr/>
        </p:nvSpPr>
        <p:spPr>
          <a:xfrm>
            <a:off x="9540000" y="1080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31"/>
          <p:cNvSpPr/>
          <p:nvPr/>
        </p:nvSpPr>
        <p:spPr>
          <a:xfrm>
            <a:off x="9540000" y="2700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32"/>
          <p:cNvSpPr/>
          <p:nvPr/>
        </p:nvSpPr>
        <p:spPr>
          <a:xfrm>
            <a:off x="9540000" y="4320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33"/>
          <p:cNvSpPr/>
          <p:nvPr/>
        </p:nvSpPr>
        <p:spPr>
          <a:xfrm>
            <a:off x="9644760" y="5877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34"/>
          <p:cNvSpPr/>
          <p:nvPr/>
        </p:nvSpPr>
        <p:spPr>
          <a:xfrm>
            <a:off x="9720000" y="7380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5"/>
          <p:cNvSpPr/>
          <p:nvPr/>
        </p:nvSpPr>
        <p:spPr>
          <a:xfrm>
            <a:off x="9824760" y="9117000"/>
            <a:ext cx="1875240" cy="9630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113</TotalTime>
  <Application>LibreOffice/25.2.6.2$Linux_X86_64 LibreOffice_project/40d1a0e1d5bdf1afaeae24d9ece32bbb00fa66a4</Application>
  <AppVersion>15.0000</AppVersion>
  <Words>457</Words>
  <Paragraphs>165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2025-11-06T13:17:46Z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Personalizados</vt:lpwstr>
  </property>
  <property fmtid="{D5CDD505-2E9C-101B-9397-08002B2CF9AE}" pid="4" name="Slides">
    <vt:i4>11</vt:i4>
  </property>
</Properties>
</file>