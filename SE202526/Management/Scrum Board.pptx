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21599525" cy="1079976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19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48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F2B2160-2332-4633-9D1D-7580B4A1DC51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C4947-59AA-4228-AE83-ECC93995076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920" cy="1585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920" cy="66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78F95D-60FA-4E66-BB44-A8083B0CA86B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800" cy="858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E541938-2F81-4986-9F67-CB81A2BC0D66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36;p9"/>
          <p:cNvSpPr/>
          <p:nvPr/>
        </p:nvSpPr>
        <p:spPr>
          <a:xfrm>
            <a:off x="10800000" y="-360"/>
            <a:ext cx="10798920" cy="10798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760" cy="3111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4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000" cy="7758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BF33DC-5DAF-4709-A633-43049934F307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600" cy="1269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40000" lnSpcReduction="1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6103A99-8BB8-42A5-81FD-CD0856E11DC3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520" cy="430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5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D77A9-A41A-4BDF-A0C6-CA83EED72C2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560" cy="626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520" cy="4122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1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lang="pt-PT" sz="1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520" cy="273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E26F863-01CE-497F-AC96-F6039CA4F7DF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FF8D0A-560E-4BF1-BBE9-99C243393C4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520" cy="1766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2F9B64-883D-4250-AD13-3F0EE906167D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520" cy="120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PT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520" cy="717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P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920" cy="82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04AA69-5DDA-47D3-B0E4-8E06EA9FBBE4}" type="slidenum">
              <a:rPr lang="en-GB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‹#›</a:t>
            </a:fld>
            <a:endParaRPr lang="pt-PT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/>
          <p:cNvPicPr/>
          <p:nvPr/>
        </p:nvPicPr>
        <p:blipFill>
          <a:blip r:embed="rId3"/>
          <a:stretch/>
        </p:blipFill>
        <p:spPr>
          <a:xfrm>
            <a:off x="859680" y="4015080"/>
            <a:ext cx="19879200" cy="2768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28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41120" y="7302529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120" cy="2942058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09840" cy="1647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0984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120" cy="26395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09840" cy="40759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120" cy="4176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4880" cy="22921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/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lang="pt-PT" sz="1400" b="0" u="none" strike="noStrik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09840" cy="8928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59640" cy="1183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480" cy="7592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4880" cy="7293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4880" cy="143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4880" cy="136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4880" cy="118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4880" cy="172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488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4880" cy="10004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4880" cy="962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3" name="Google Shape;66;p 3"/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4" name="Google Shape;67;p 3"/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68;p 3"/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69;p 3"/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70;p 3"/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71;p 3"/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Google Shape;72;p 3"/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Google Shape;73;p 3"/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74;p 3"/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75;p 3"/>
          <p:cNvSpPr/>
          <p:nvPr/>
        </p:nvSpPr>
        <p:spPr>
          <a:xfrm>
            <a:off x="3197160" y="29613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6;p 3"/>
          <p:cNvSpPr/>
          <p:nvPr/>
        </p:nvSpPr>
        <p:spPr>
          <a:xfrm>
            <a:off x="3197160" y="45374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7;p 3"/>
          <p:cNvSpPr/>
          <p:nvPr/>
        </p:nvSpPr>
        <p:spPr>
          <a:xfrm>
            <a:off x="3197160" y="61131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8;p 3"/>
          <p:cNvSpPr/>
          <p:nvPr/>
        </p:nvSpPr>
        <p:spPr>
          <a:xfrm>
            <a:off x="3197160" y="7689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9;p 3"/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7" name="Google Shape;80;p 3"/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8" name="Google Shape;81;p 3"/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59" name="Google Shape;82;p 3"/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0" name="Google Shape;83;p 3"/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1" name="Google Shape;84;p 3"/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2" name="Google Shape;85;p 3"/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3" name="Google Shape;86;p 3"/>
          <p:cNvSpPr/>
          <p:nvPr/>
        </p:nvSpPr>
        <p:spPr>
          <a:xfrm>
            <a:off x="6235200" y="970920"/>
            <a:ext cx="2409840" cy="946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lang="pt-PT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4" name="Google Shape;91;p 3"/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65" name="Google Shape;87;p 36"/>
          <p:cNvSpPr/>
          <p:nvPr/>
        </p:nvSpPr>
        <p:spPr>
          <a:xfrm rot="33000">
            <a:off x="18353520" y="85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Google Shape;87;p 38"/>
          <p:cNvSpPr/>
          <p:nvPr/>
        </p:nvSpPr>
        <p:spPr>
          <a:xfrm rot="33000">
            <a:off x="18353520" y="88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Google Shape;87;p 39"/>
          <p:cNvSpPr/>
          <p:nvPr/>
        </p:nvSpPr>
        <p:spPr>
          <a:xfrm rot="33000">
            <a:off x="18353160" y="721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Google Shape;87;p 40"/>
          <p:cNvSpPr/>
          <p:nvPr/>
        </p:nvSpPr>
        <p:spPr>
          <a:xfrm rot="33000">
            <a:off x="18353160" y="559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Google Shape;87;p 41"/>
          <p:cNvSpPr/>
          <p:nvPr/>
        </p:nvSpPr>
        <p:spPr>
          <a:xfrm rot="33000">
            <a:off x="18353160" y="40924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Google Shape;87;p 42"/>
          <p:cNvSpPr/>
          <p:nvPr/>
        </p:nvSpPr>
        <p:spPr>
          <a:xfrm rot="33000">
            <a:off x="18353160" y="2533680"/>
            <a:ext cx="2880360" cy="1293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lang="pt-P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E307-9CC2-75C5-3F0F-591A20B9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>
            <a:extLst>
              <a:ext uri="{FF2B5EF4-FFF2-40B4-BE49-F238E27FC236}">
                <a16:creationId xmlns:a16="http://schemas.microsoft.com/office/drawing/2014/main" id="{F6C67EEF-E860-FD58-3858-01C3AD864E51}"/>
              </a:ext>
            </a:extLst>
          </p:cNvPr>
          <p:cNvPicPr/>
          <p:nvPr/>
        </p:nvPicPr>
        <p:blipFill>
          <a:blip r:embed="rId2">
            <a:alphaModFix amt="51000"/>
          </a:blip>
          <a:stretch/>
        </p:blipFill>
        <p:spPr>
          <a:xfrm>
            <a:off x="0" y="0"/>
            <a:ext cx="21598920" cy="1079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>
            <a:extLst>
              <a:ext uri="{FF2B5EF4-FFF2-40B4-BE49-F238E27FC236}">
                <a16:creationId xmlns:a16="http://schemas.microsoft.com/office/drawing/2014/main" id="{72871F36-7E50-2CFB-E736-47BF9D8AE62C}"/>
              </a:ext>
            </a:extLst>
          </p:cNvPr>
          <p:cNvSpPr txBox="1"/>
          <p:nvPr/>
        </p:nvSpPr>
        <p:spPr>
          <a:xfrm>
            <a:off x="814320" y="3300840"/>
            <a:ext cx="19956600" cy="4197600"/>
          </a:xfrm>
          <a:prstGeom prst="rect">
            <a:avLst/>
          </a:prstGeom>
        </p:spPr>
        <p:txBody>
          <a:bodyPr wrap="none" lIns="261720" tIns="102240" rIns="26172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PT" sz="1400" b="1" u="none" strike="noStrike" dirty="0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lang="pt-PT" sz="1400" b="0" u="none" strike="noStrike" dirty="0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309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B70BD-8561-3BEB-DCAC-F801DE91B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>
            <a:extLst>
              <a:ext uri="{FF2B5EF4-FFF2-40B4-BE49-F238E27FC236}">
                <a16:creationId xmlns:a16="http://schemas.microsoft.com/office/drawing/2014/main" id="{DD2B7B96-7DFD-F180-FE88-ED9D1B7F9E38}"/>
              </a:ext>
            </a:extLst>
          </p:cNvPr>
          <p:cNvCxnSpPr/>
          <p:nvPr/>
        </p:nvCxnSpPr>
        <p:spPr>
          <a:xfrm>
            <a:off x="5944680" y="-31320"/>
            <a:ext cx="108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>
            <a:extLst>
              <a:ext uri="{FF2B5EF4-FFF2-40B4-BE49-F238E27FC236}">
                <a16:creationId xmlns:a16="http://schemas.microsoft.com/office/drawing/2014/main" id="{F74A1555-4AAD-0102-E19D-029FAE24316B}"/>
              </a:ext>
            </a:extLst>
          </p:cNvPr>
          <p:cNvSpPr/>
          <p:nvPr/>
        </p:nvSpPr>
        <p:spPr>
          <a:xfrm>
            <a:off x="31971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>
            <a:extLst>
              <a:ext uri="{FF2B5EF4-FFF2-40B4-BE49-F238E27FC236}">
                <a16:creationId xmlns:a16="http://schemas.microsoft.com/office/drawing/2014/main" id="{FD58CFA7-782A-6595-7FB4-49EB03F01BDA}"/>
              </a:ext>
            </a:extLst>
          </p:cNvPr>
          <p:cNvSpPr/>
          <p:nvPr/>
        </p:nvSpPr>
        <p:spPr>
          <a:xfrm>
            <a:off x="628164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>
            <a:extLst>
              <a:ext uri="{FF2B5EF4-FFF2-40B4-BE49-F238E27FC236}">
                <a16:creationId xmlns:a16="http://schemas.microsoft.com/office/drawing/2014/main" id="{0DD516D9-53D9-3936-7917-B7209EC5063B}"/>
              </a:ext>
            </a:extLst>
          </p:cNvPr>
          <p:cNvSpPr/>
          <p:nvPr/>
        </p:nvSpPr>
        <p:spPr>
          <a:xfrm>
            <a:off x="936612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>
            <a:extLst>
              <a:ext uri="{FF2B5EF4-FFF2-40B4-BE49-F238E27FC236}">
                <a16:creationId xmlns:a16="http://schemas.microsoft.com/office/drawing/2014/main" id="{D691ED96-A7F3-B425-4C6C-9276400ABAB7}"/>
              </a:ext>
            </a:extLst>
          </p:cNvPr>
          <p:cNvSpPr/>
          <p:nvPr/>
        </p:nvSpPr>
        <p:spPr>
          <a:xfrm>
            <a:off x="12395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>
            <a:extLst>
              <a:ext uri="{FF2B5EF4-FFF2-40B4-BE49-F238E27FC236}">
                <a16:creationId xmlns:a16="http://schemas.microsoft.com/office/drawing/2014/main" id="{0180043A-5561-40A6-E53A-8A3772A1D401}"/>
              </a:ext>
            </a:extLst>
          </p:cNvPr>
          <p:cNvSpPr/>
          <p:nvPr/>
        </p:nvSpPr>
        <p:spPr>
          <a:xfrm>
            <a:off x="1553256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>
            <a:extLst>
              <a:ext uri="{FF2B5EF4-FFF2-40B4-BE49-F238E27FC236}">
                <a16:creationId xmlns:a16="http://schemas.microsoft.com/office/drawing/2014/main" id="{6D1E6220-5DE2-CC1A-302F-E97264BFF812}"/>
              </a:ext>
            </a:extLst>
          </p:cNvPr>
          <p:cNvSpPr/>
          <p:nvPr/>
        </p:nvSpPr>
        <p:spPr>
          <a:xfrm>
            <a:off x="1866888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>
            <a:extLst>
              <a:ext uri="{FF2B5EF4-FFF2-40B4-BE49-F238E27FC236}">
                <a16:creationId xmlns:a16="http://schemas.microsoft.com/office/drawing/2014/main" id="{A5C12714-840B-0AE2-8B43-0B6169D15EC1}"/>
              </a:ext>
            </a:extLst>
          </p:cNvPr>
          <p:cNvSpPr/>
          <p:nvPr/>
        </p:nvSpPr>
        <p:spPr>
          <a:xfrm>
            <a:off x="167400" y="842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>
            <a:extLst>
              <a:ext uri="{FF2B5EF4-FFF2-40B4-BE49-F238E27FC236}">
                <a16:creationId xmlns:a16="http://schemas.microsoft.com/office/drawing/2014/main" id="{7E523F7A-C713-5144-95A7-913586955462}"/>
              </a:ext>
            </a:extLst>
          </p:cNvPr>
          <p:cNvSpPr/>
          <p:nvPr/>
        </p:nvSpPr>
        <p:spPr>
          <a:xfrm>
            <a:off x="3197160" y="138564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>
            <a:extLst>
              <a:ext uri="{FF2B5EF4-FFF2-40B4-BE49-F238E27FC236}">
                <a16:creationId xmlns:a16="http://schemas.microsoft.com/office/drawing/2014/main" id="{74FA0D7B-C596-CF39-1FE6-8090D028B96E}"/>
              </a:ext>
            </a:extLst>
          </p:cNvPr>
          <p:cNvSpPr/>
          <p:nvPr/>
        </p:nvSpPr>
        <p:spPr>
          <a:xfrm>
            <a:off x="3197160" y="61262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>
            <a:extLst>
              <a:ext uri="{FF2B5EF4-FFF2-40B4-BE49-F238E27FC236}">
                <a16:creationId xmlns:a16="http://schemas.microsoft.com/office/drawing/2014/main" id="{8A331D4C-123A-A25C-541F-347498D596DD}"/>
              </a:ext>
            </a:extLst>
          </p:cNvPr>
          <p:cNvSpPr/>
          <p:nvPr/>
        </p:nvSpPr>
        <p:spPr>
          <a:xfrm>
            <a:off x="3197160" y="299065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>
            <a:extLst>
              <a:ext uri="{FF2B5EF4-FFF2-40B4-BE49-F238E27FC236}">
                <a16:creationId xmlns:a16="http://schemas.microsoft.com/office/drawing/2014/main" id="{145696A6-1A46-30E6-287C-5CC41E0BA21C}"/>
              </a:ext>
            </a:extLst>
          </p:cNvPr>
          <p:cNvSpPr/>
          <p:nvPr/>
        </p:nvSpPr>
        <p:spPr>
          <a:xfrm>
            <a:off x="3212280" y="45501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pt-PT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>
            <a:extLst>
              <a:ext uri="{FF2B5EF4-FFF2-40B4-BE49-F238E27FC236}">
                <a16:creationId xmlns:a16="http://schemas.microsoft.com/office/drawing/2014/main" id="{8F2509B9-D712-DA9F-3C29-C26E0A3B7021}"/>
              </a:ext>
            </a:extLst>
          </p:cNvPr>
          <p:cNvSpPr/>
          <p:nvPr/>
        </p:nvSpPr>
        <p:spPr>
          <a:xfrm>
            <a:off x="3197160" y="7685778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>
            <a:extLst>
              <a:ext uri="{FF2B5EF4-FFF2-40B4-BE49-F238E27FC236}">
                <a16:creationId xmlns:a16="http://schemas.microsoft.com/office/drawing/2014/main" id="{2A69348F-7A11-9AF7-FCA2-1C84794985CB}"/>
              </a:ext>
            </a:extLst>
          </p:cNvPr>
          <p:cNvSpPr/>
          <p:nvPr/>
        </p:nvSpPr>
        <p:spPr>
          <a:xfrm>
            <a:off x="3197160" y="9264960"/>
            <a:ext cx="2409840" cy="47988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lang="pt-P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>
            <a:extLst>
              <a:ext uri="{FF2B5EF4-FFF2-40B4-BE49-F238E27FC236}">
                <a16:creationId xmlns:a16="http://schemas.microsoft.com/office/drawing/2014/main" id="{1B596C93-4924-1E07-D306-1EFED4C3F335}"/>
              </a:ext>
            </a:extLst>
          </p:cNvPr>
          <p:cNvCxnSpPr/>
          <p:nvPr/>
        </p:nvCxnSpPr>
        <p:spPr>
          <a:xfrm>
            <a:off x="5607720" y="16257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>
            <a:extLst>
              <a:ext uri="{FF2B5EF4-FFF2-40B4-BE49-F238E27FC236}">
                <a16:creationId xmlns:a16="http://schemas.microsoft.com/office/drawing/2014/main" id="{758EBD73-5904-BE17-CE5C-11157A860D5B}"/>
              </a:ext>
            </a:extLst>
          </p:cNvPr>
          <p:cNvCxnSpPr/>
          <p:nvPr/>
        </p:nvCxnSpPr>
        <p:spPr>
          <a:xfrm>
            <a:off x="5607720" y="32018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>
            <a:extLst>
              <a:ext uri="{FF2B5EF4-FFF2-40B4-BE49-F238E27FC236}">
                <a16:creationId xmlns:a16="http://schemas.microsoft.com/office/drawing/2014/main" id="{2EF90EAD-E09A-09F1-6CFD-0C5F93750774}"/>
              </a:ext>
            </a:extLst>
          </p:cNvPr>
          <p:cNvCxnSpPr/>
          <p:nvPr/>
        </p:nvCxnSpPr>
        <p:spPr>
          <a:xfrm>
            <a:off x="5607720" y="47775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>
            <a:extLst>
              <a:ext uri="{FF2B5EF4-FFF2-40B4-BE49-F238E27FC236}">
                <a16:creationId xmlns:a16="http://schemas.microsoft.com/office/drawing/2014/main" id="{B89CA18B-6E15-2C17-FC23-A1802B5F1F1C}"/>
              </a:ext>
            </a:extLst>
          </p:cNvPr>
          <p:cNvCxnSpPr/>
          <p:nvPr/>
        </p:nvCxnSpPr>
        <p:spPr>
          <a:xfrm>
            <a:off x="5607720" y="63536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>
            <a:extLst>
              <a:ext uri="{FF2B5EF4-FFF2-40B4-BE49-F238E27FC236}">
                <a16:creationId xmlns:a16="http://schemas.microsoft.com/office/drawing/2014/main" id="{1CF544BA-85EB-74E8-DAE4-0002F93A433B}"/>
              </a:ext>
            </a:extLst>
          </p:cNvPr>
          <p:cNvCxnSpPr/>
          <p:nvPr/>
        </p:nvCxnSpPr>
        <p:spPr>
          <a:xfrm>
            <a:off x="5607720" y="792936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>
            <a:extLst>
              <a:ext uri="{FF2B5EF4-FFF2-40B4-BE49-F238E27FC236}">
                <a16:creationId xmlns:a16="http://schemas.microsoft.com/office/drawing/2014/main" id="{7B33B2C4-E50D-1FFB-E8CD-DA36684CA477}"/>
              </a:ext>
            </a:extLst>
          </p:cNvPr>
          <p:cNvCxnSpPr/>
          <p:nvPr/>
        </p:nvCxnSpPr>
        <p:spPr>
          <a:xfrm>
            <a:off x="5607720" y="9505440"/>
            <a:ext cx="16043400" cy="108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>
            <a:extLst>
              <a:ext uri="{FF2B5EF4-FFF2-40B4-BE49-F238E27FC236}">
                <a16:creationId xmlns:a16="http://schemas.microsoft.com/office/drawing/2014/main" id="{2AE5409F-69B6-4649-AFEA-7D1E5BC49935}"/>
              </a:ext>
            </a:extLst>
          </p:cNvPr>
          <p:cNvSpPr/>
          <p:nvPr/>
        </p:nvSpPr>
        <p:spPr>
          <a:xfrm>
            <a:off x="6395940" y="1257039"/>
            <a:ext cx="2436120" cy="38383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>
            <a:extLst>
              <a:ext uri="{FF2B5EF4-FFF2-40B4-BE49-F238E27FC236}">
                <a16:creationId xmlns:a16="http://schemas.microsoft.com/office/drawing/2014/main" id="{D2FD64A2-5902-1DED-1A12-E39816F23D40}"/>
              </a:ext>
            </a:extLst>
          </p:cNvPr>
          <p:cNvSpPr/>
          <p:nvPr/>
        </p:nvSpPr>
        <p:spPr>
          <a:xfrm>
            <a:off x="167400" y="6967080"/>
            <a:ext cx="2436120" cy="2775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>
            <a:extLst>
              <a:ext uri="{FF2B5EF4-FFF2-40B4-BE49-F238E27FC236}">
                <a16:creationId xmlns:a16="http://schemas.microsoft.com/office/drawing/2014/main" id="{4C65BD37-81C0-47D3-6A67-93FD39D0437D}"/>
              </a:ext>
            </a:extLst>
          </p:cNvPr>
          <p:cNvCxnSpPr/>
          <p:nvPr/>
        </p:nvCxnSpPr>
        <p:spPr>
          <a:xfrm>
            <a:off x="2874240" y="-28440"/>
            <a:ext cx="1080" cy="1085796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>
            <a:extLst>
              <a:ext uri="{FF2B5EF4-FFF2-40B4-BE49-F238E27FC236}">
                <a16:creationId xmlns:a16="http://schemas.microsoft.com/office/drawing/2014/main" id="{FC97DB13-084A-552E-C143-4170FAFA9694}"/>
              </a:ext>
            </a:extLst>
          </p:cNvPr>
          <p:cNvSpPr/>
          <p:nvPr/>
        </p:nvSpPr>
        <p:spPr>
          <a:xfrm>
            <a:off x="6422220" y="6126258"/>
            <a:ext cx="2436120" cy="3616422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lang="en-US" sz="1400" dirty="0">
                <a:solidFill>
                  <a:srgbClr val="000000"/>
                </a:solidFill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01E0059-259A-66DA-E799-8AABAC94B755}"/>
              </a:ext>
            </a:extLst>
          </p:cNvPr>
          <p:cNvSpPr/>
          <p:nvPr/>
        </p:nvSpPr>
        <p:spPr>
          <a:xfrm>
            <a:off x="9366120" y="1257039"/>
            <a:ext cx="243612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2E5EF7-10FB-68EE-E3C3-B26DEE03B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15995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Review and map the existing code related to machine efficiency and stats.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7314B7CC-911E-533D-9F2B-5F948B8BC3A6}"/>
              </a:ext>
            </a:extLst>
          </p:cNvPr>
          <p:cNvSpPr/>
          <p:nvPr/>
        </p:nvSpPr>
        <p:spPr>
          <a:xfrm>
            <a:off x="9366120" y="262309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16362786-391D-98EE-076F-370F4C765738}"/>
              </a:ext>
            </a:extLst>
          </p:cNvPr>
          <p:cNvSpPr/>
          <p:nvPr/>
        </p:nvSpPr>
        <p:spPr>
          <a:xfrm>
            <a:off x="9366120" y="416781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Draft possible methods needed for implementing efficieny upgrades.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Google Shape;86;p15">
            <a:extLst>
              <a:ext uri="{FF2B5EF4-FFF2-40B4-BE49-F238E27FC236}">
                <a16:creationId xmlns:a16="http://schemas.microsoft.com/office/drawing/2014/main" id="{AA2BD56C-A5ED-E2F2-808E-789BE7DEEC04}"/>
              </a:ext>
            </a:extLst>
          </p:cNvPr>
          <p:cNvSpPr/>
          <p:nvPr/>
        </p:nvSpPr>
        <p:spPr>
          <a:xfrm>
            <a:off x="9366120" y="6126258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</a:p>
        </p:txBody>
      </p:sp>
      <p:sp>
        <p:nvSpPr>
          <p:cNvPr id="11" name="Google Shape;86;p15">
            <a:extLst>
              <a:ext uri="{FF2B5EF4-FFF2-40B4-BE49-F238E27FC236}">
                <a16:creationId xmlns:a16="http://schemas.microsoft.com/office/drawing/2014/main" id="{06F18741-AE20-2087-87D3-2EA540D1A810}"/>
              </a:ext>
            </a:extLst>
          </p:cNvPr>
          <p:cNvSpPr/>
          <p:nvPr/>
        </p:nvSpPr>
        <p:spPr>
          <a:xfrm>
            <a:off x="9366120" y="7581377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</a:p>
        </p:txBody>
      </p:sp>
      <p:sp>
        <p:nvSpPr>
          <p:cNvPr id="12" name="Google Shape;86;p15">
            <a:extLst>
              <a:ext uri="{FF2B5EF4-FFF2-40B4-BE49-F238E27FC236}">
                <a16:creationId xmlns:a16="http://schemas.microsoft.com/office/drawing/2014/main" id="{1759E3BF-6FBC-BD3B-F69D-59DF7D43E2E1}"/>
              </a:ext>
            </a:extLst>
          </p:cNvPr>
          <p:cNvSpPr/>
          <p:nvPr/>
        </p:nvSpPr>
        <p:spPr>
          <a:xfrm>
            <a:off x="9366120" y="9036496"/>
            <a:ext cx="2436120" cy="1158203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Define the structure and behavior of the new warning messages</a:t>
            </a: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EABC4697-C325-E97D-571B-A96A86A7BB5F}"/>
              </a:ext>
            </a:extLst>
          </p:cNvPr>
          <p:cNvSpPr/>
          <p:nvPr/>
        </p:nvSpPr>
        <p:spPr>
          <a:xfrm>
            <a:off x="167400" y="1639472"/>
            <a:ext cx="240984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US1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Google Shape;86;p15">
            <a:extLst>
              <a:ext uri="{FF2B5EF4-FFF2-40B4-BE49-F238E27FC236}">
                <a16:creationId xmlns:a16="http://schemas.microsoft.com/office/drawing/2014/main" id="{06688CFE-324B-3DE4-AFB0-E9378C7A3251}"/>
              </a:ext>
            </a:extLst>
          </p:cNvPr>
          <p:cNvSpPr/>
          <p:nvPr/>
        </p:nvSpPr>
        <p:spPr>
          <a:xfrm>
            <a:off x="184230" y="3568487"/>
            <a:ext cx="2393010" cy="879561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1440" rIns="90000" bIns="9144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pt-PT" sz="1400" dirty="0">
                <a:solidFill>
                  <a:srgbClr val="000000"/>
                </a:solidFill>
                <a:latin typeface="Arial"/>
              </a:rPr>
              <a:t>US2</a:t>
            </a:r>
            <a:r>
              <a:rPr lang="en-US" sz="1400" dirty="0">
                <a:solidFill>
                  <a:srgbClr val="000000"/>
                </a:solidFill>
                <a:latin typeface="Arial"/>
              </a:rPr>
              <a:t>: implementing</a:t>
            </a:r>
          </a:p>
          <a:p>
            <a:pPr>
              <a:lnSpc>
                <a:spcPct val="100000"/>
              </a:lnSpc>
            </a:pPr>
            <a:endParaRPr lang="pt-PT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048930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</TotalTime>
  <Words>1094</Words>
  <Application>Microsoft Office PowerPoint</Application>
  <PresentationFormat>Custom</PresentationFormat>
  <Paragraphs>281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Consolas</vt:lpstr>
      <vt:lpstr>Symbol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Afonso Fernando Bras Rodriguez</cp:lastModifiedBy>
  <cp:revision>11</cp:revision>
  <dcterms:modified xsi:type="dcterms:W3CDTF">2025-11-11T13:18:08Z</dcterms:modified>
  <dc:language>pt-PT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