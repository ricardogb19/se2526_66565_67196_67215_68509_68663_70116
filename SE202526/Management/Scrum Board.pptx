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21599525" cy="107997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2B2160-2332-4633-9D1D-7580B4A1DC51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BC4947-59AA-4228-AE83-ECC93995076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78F95D-60FA-4E66-BB44-A8083B0CA86B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541938-2F81-4986-9F67-CB81A2BC0D66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BF33DC-5DAF-4709-A633-43049934F307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40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103A99-8BB8-42A5-81FD-CD0856E11DC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FD77A9-A41A-4BDF-A0C6-CA83EED72C24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b="0" lang="pt-PT" sz="1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26F863-01CE-497F-AC96-F6039CA4F7DF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FF8D0A-560E-4BF1-BBE9-99C243393C4D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2F9B64-883D-4250-AD13-3F0EE906167D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04AA69-5DDA-47D3-B0E4-8E06EA9FBBE4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 descr=""/>
          <p:cNvPicPr/>
          <p:nvPr/>
        </p:nvPicPr>
        <p:blipFill>
          <a:blip r:embed="rId2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rIns="26172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jogador do mindustry sinto falta de níveis de eficiência nas máquinas. Assim que as adquirimos não existe forma de serem melhoradas. Se existisse esta opção o jogo seria mais desafiante e completo.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67400" y="734580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um jogador veterano, gostaria de construir uma nova defesa que desativa as capacidades aéreas destas unidades, para que eu possa lidar com elas numa maneira estratégica, forçando-as a lutar no chão.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jogador do jogo, gostaria de ter avisos mais chamativos quando o conveyor não tem destino, fica bloqueado ou está mal montado, para que eu possa manter informação em tempo real do estado do jogo.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rIns="26172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rIns="26172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</TotalTime>
  <Application>LibreOffice/25.2.6.2$Linux_X86_64 LibreOffice_project/40d1a0e1d5bdf1afaeae24d9ece32bbb00fa66a4</Application>
  <AppVersion>15.0000</AppVersion>
  <Words>457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2025-11-08T18:36:39Z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