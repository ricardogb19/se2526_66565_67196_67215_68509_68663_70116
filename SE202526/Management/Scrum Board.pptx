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21599525" cy="1079976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4" d="100"/>
          <a:sy n="44" d="100"/>
        </p:scale>
        <p:origin x="204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2B2160-2332-4633-9D1D-7580B4A1DC51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FBC4947-59AA-4228-AE83-ECC93995076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1920" cy="15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1920" cy="66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78F95D-60FA-4E66-BB44-A8083B0CA86B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0800" cy="8588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E541938-2F81-4986-9F67-CB81A2BC0D66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36;p9"/>
          <p:cNvSpPr/>
          <p:nvPr/>
        </p:nvSpPr>
        <p:spPr>
          <a:xfrm>
            <a:off x="10800000" y="-360"/>
            <a:ext cx="10798920" cy="10798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4760" cy="3111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3000" cy="7758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BF33DC-5DAF-4709-A633-43049934F307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9600" cy="126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400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103A99-8BB8-42A5-81FD-CD0856E11DC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6520" cy="430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FD77A9-A41A-4BDF-A0C6-CA83EED72C2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8560" cy="626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6520" cy="412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pt-PT" sz="1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6520" cy="2730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26F863-01CE-497F-AC96-F6039CA4F7DF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FF8D0A-560E-4BF1-BBE9-99C243393C4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6520" cy="176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2F9B64-883D-4250-AD13-3F0EE906167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652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04AA69-5DDA-47D3-B0E4-8E06EA9FBBE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54;p13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Google Shape;55;p13"/>
          <p:cNvPicPr/>
          <p:nvPr/>
        </p:nvPicPr>
        <p:blipFill>
          <a:blip r:embed="rId3"/>
          <a:stretch/>
        </p:blipFill>
        <p:spPr>
          <a:xfrm>
            <a:off x="859680" y="4015080"/>
            <a:ext cx="19879200" cy="2768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60;p14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61;p14"/>
          <p:cNvSpPr txBox="1"/>
          <p:nvPr/>
        </p:nvSpPr>
        <p:spPr>
          <a:xfrm>
            <a:off x="814320" y="3300840"/>
            <a:ext cx="1997028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/>
          <p:cNvSpPr/>
          <p:nvPr/>
        </p:nvSpPr>
        <p:spPr>
          <a:xfrm>
            <a:off x="141120" y="7302529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/>
          <p:cNvSpPr/>
          <p:nvPr/>
        </p:nvSpPr>
        <p:spPr>
          <a:xfrm>
            <a:off x="167400" y="3894840"/>
            <a:ext cx="2436120" cy="294205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97;p16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8" name="Google Shape;98;p16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99;p16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100;p16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01;p16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02;p16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16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16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16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16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7;p16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8;p16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9;p16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0;p16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oogle Shape;111;p16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2" name="Google Shape;112;p16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3" name="Google Shape;113;p16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" name="Google Shape;114;p16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" name="Google Shape;115;p16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6" name="Google Shape;116;p16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77" name="Google Shape;117;p16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8;p16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19;p16"/>
          <p:cNvSpPr/>
          <p:nvPr/>
        </p:nvSpPr>
        <p:spPr>
          <a:xfrm>
            <a:off x="1239552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20;p16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1;p16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Google Shape;122;p16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3" name="Google Shape;123;p16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Google Shape;128;p17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5" name="Google Shape;129;p17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0;p17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1;p17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32;p17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33;p17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4;p17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5;p17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6;p17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7;p17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8;p17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9;p17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40;p17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17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Google Shape;142;p17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99" name="Google Shape;143;p17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0" name="Google Shape;144;p17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1" name="Google Shape;145;p17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2" name="Google Shape;146;p17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3" name="Google Shape;147;p17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04" name="Google Shape;148;p17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49;p17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0;p17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1;p17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2;p17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" name="Google Shape;153;p17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0" name="Google Shape;154;p17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Google Shape;159;p18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2" name="Google Shape;160;p18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1;p18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2;p18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3;p18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64;p18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65;p18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6;p18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7;p18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8;p18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9;p18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70;p18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71;p18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72;p18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Google Shape;173;p18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6" name="Google Shape;174;p18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7" name="Google Shape;175;p18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8" name="Google Shape;176;p18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9" name="Google Shape;177;p18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0" name="Google Shape;178;p18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1" name="Google Shape;179;p18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80;p18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81;p18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82;p18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83;p18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Google Shape;184;p18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7" name="Google Shape;185;p18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90;p19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9" name="Google Shape;191;p19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92;p19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93;p19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94;p19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95;p19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96;p19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97;p19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8;p19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9;p19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200;p19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1;p19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02;p19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19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Google Shape;204;p19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3" name="Google Shape;205;p19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4" name="Google Shape;206;p19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5" name="Google Shape;207;p19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6" name="Google Shape;208;p19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7" name="Google Shape;209;p19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58" name="Google Shape;210;p19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211;p19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212;p19"/>
          <p:cNvSpPr/>
          <p:nvPr/>
        </p:nvSpPr>
        <p:spPr>
          <a:xfrm>
            <a:off x="1866888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213;p19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214;p19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Google Shape;215;p19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4" name="Google Shape;216;p19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221;p20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2;p20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87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89" name="Google Shape;92;p15"/>
          <p:cNvSpPr/>
          <p:nvPr/>
        </p:nvSpPr>
        <p:spPr>
          <a:xfrm>
            <a:off x="167400" y="3894840"/>
            <a:ext cx="243612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87;p15"/>
          <p:cNvSpPr/>
          <p:nvPr/>
        </p:nvSpPr>
        <p:spPr>
          <a:xfrm>
            <a:off x="29520" y="1385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7;p15"/>
          <p:cNvSpPr/>
          <p:nvPr/>
        </p:nvSpPr>
        <p:spPr>
          <a:xfrm>
            <a:off x="984600" y="148068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3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7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8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9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0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1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2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3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14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87;p15"/>
          <p:cNvSpPr/>
          <p:nvPr/>
        </p:nvSpPr>
        <p:spPr>
          <a:xfrm>
            <a:off x="12691080" y="719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7;p15"/>
          <p:cNvSpPr/>
          <p:nvPr/>
        </p:nvSpPr>
        <p:spPr>
          <a:xfrm>
            <a:off x="960984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87;p15"/>
          <p:cNvSpPr/>
          <p:nvPr/>
        </p:nvSpPr>
        <p:spPr>
          <a:xfrm>
            <a:off x="12691080" y="21222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87;p15"/>
          <p:cNvSpPr/>
          <p:nvPr/>
        </p:nvSpPr>
        <p:spPr>
          <a:xfrm>
            <a:off x="12691080" y="3372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87;p15"/>
          <p:cNvSpPr/>
          <p:nvPr/>
        </p:nvSpPr>
        <p:spPr>
          <a:xfrm>
            <a:off x="12691080" y="5006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7;p15"/>
          <p:cNvSpPr/>
          <p:nvPr/>
        </p:nvSpPr>
        <p:spPr>
          <a:xfrm>
            <a:off x="12663360" y="66319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63360" y="82764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22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9609840" y="378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9621000" y="5207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9609840" y="67255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9582120" y="8301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47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49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87;p15"/>
          <p:cNvSpPr/>
          <p:nvPr/>
        </p:nvSpPr>
        <p:spPr>
          <a:xfrm>
            <a:off x="1901880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7;p15"/>
          <p:cNvSpPr/>
          <p:nvPr/>
        </p:nvSpPr>
        <p:spPr>
          <a:xfrm>
            <a:off x="12657600" y="737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87;p15"/>
          <p:cNvSpPr/>
          <p:nvPr/>
        </p:nvSpPr>
        <p:spPr>
          <a:xfrm>
            <a:off x="19018800" y="2082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87;p15"/>
          <p:cNvSpPr/>
          <p:nvPr/>
        </p:nvSpPr>
        <p:spPr>
          <a:xfrm>
            <a:off x="19018800" y="333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87;p15"/>
          <p:cNvSpPr/>
          <p:nvPr/>
        </p:nvSpPr>
        <p:spPr>
          <a:xfrm>
            <a:off x="19018800" y="49665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87;p15"/>
          <p:cNvSpPr/>
          <p:nvPr/>
        </p:nvSpPr>
        <p:spPr>
          <a:xfrm>
            <a:off x="18991080" y="65923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8991080" y="82364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23407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2657600" y="38397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2668400" y="5264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2657600" y="67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2629880" y="83588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4" name="Google Shape;66;p 1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65" name="Google Shape;67;p 1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68;p 1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69;p 1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70;p 1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71;p 1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72;p 1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73;p 1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74;p 1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75;p 1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6;p 1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7;p 1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8;p 1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9;p 1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Google Shape;80;p 1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79" name="Google Shape;81;p 1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0" name="Google Shape;82;p 1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1" name="Google Shape;83;p 1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2" name="Google Shape;84;p 1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3" name="Google Shape;85;p 1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84" name="Google Shape;86;p 1"/>
          <p:cNvSpPr/>
          <p:nvPr/>
        </p:nvSpPr>
        <p:spPr>
          <a:xfrm>
            <a:off x="6235200" y="970920"/>
            <a:ext cx="2409840" cy="8928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Google Shape;91;p 1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86" name="Google Shape;87;p 1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87;p 12"/>
          <p:cNvSpPr/>
          <p:nvPr/>
        </p:nvSpPr>
        <p:spPr>
          <a:xfrm>
            <a:off x="12600000" y="907596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7;p 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87;p 4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7;p 6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87;p 7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87;p 14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5"/>
          <p:cNvSpPr/>
          <p:nvPr/>
        </p:nvSpPr>
        <p:spPr>
          <a:xfrm>
            <a:off x="12600360" y="72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11"/>
          <p:cNvSpPr/>
          <p:nvPr/>
        </p:nvSpPr>
        <p:spPr>
          <a:xfrm>
            <a:off x="12657600" y="547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2"/>
          <p:cNvSpPr/>
          <p:nvPr/>
        </p:nvSpPr>
        <p:spPr>
          <a:xfrm>
            <a:off x="12704400" y="378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8"/>
          <p:cNvSpPr/>
          <p:nvPr/>
        </p:nvSpPr>
        <p:spPr>
          <a:xfrm>
            <a:off x="12704400" y="223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9"/>
          <p:cNvSpPr/>
          <p:nvPr/>
        </p:nvSpPr>
        <p:spPr>
          <a:xfrm>
            <a:off x="12600000" y="61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66;p 2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9" name="Google Shape;67;p 2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68;p 2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69;p 2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70;p 2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71;p 2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72;p 2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73;p 2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74;p 2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75;p 2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6;p 2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7;p 2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8;p 2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9;p 2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Google Shape;80;p 2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3" name="Google Shape;81;p 2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4" name="Google Shape;82;p 2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5" name="Google Shape;83;p 2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6" name="Google Shape;84;p 2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7" name="Google Shape;85;p 2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18" name="Google Shape;86;p 2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9" name="Google Shape;91;p 2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0" name="Google Shape;87;p 5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7;p 10"/>
          <p:cNvSpPr/>
          <p:nvPr/>
        </p:nvSpPr>
        <p:spPr>
          <a:xfrm>
            <a:off x="12539160" y="8869680"/>
            <a:ext cx="2159640" cy="1183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87;p 1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Google Shape;87;p 16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Google Shape;87;p 17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87;p 18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87;p 19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20"/>
          <p:cNvSpPr/>
          <p:nvPr/>
        </p:nvSpPr>
        <p:spPr>
          <a:xfrm>
            <a:off x="12600360" y="7560000"/>
            <a:ext cx="1874880" cy="72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22"/>
          <p:cNvSpPr/>
          <p:nvPr/>
        </p:nvSpPr>
        <p:spPr>
          <a:xfrm>
            <a:off x="12704400" y="3960000"/>
            <a:ext cx="1874880" cy="143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23"/>
          <p:cNvSpPr/>
          <p:nvPr/>
        </p:nvSpPr>
        <p:spPr>
          <a:xfrm>
            <a:off x="12704400" y="263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24"/>
          <p:cNvSpPr/>
          <p:nvPr/>
        </p:nvSpPr>
        <p:spPr>
          <a:xfrm>
            <a:off x="12704760" y="979200"/>
            <a:ext cx="1874880" cy="136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25"/>
          <p:cNvSpPr/>
          <p:nvPr/>
        </p:nvSpPr>
        <p:spPr>
          <a:xfrm>
            <a:off x="15840000" y="900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26"/>
          <p:cNvSpPr/>
          <p:nvPr/>
        </p:nvSpPr>
        <p:spPr>
          <a:xfrm>
            <a:off x="15840000" y="7380000"/>
            <a:ext cx="1874880" cy="118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7"/>
          <p:cNvSpPr/>
          <p:nvPr/>
        </p:nvSpPr>
        <p:spPr>
          <a:xfrm>
            <a:off x="15764760" y="54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8"/>
          <p:cNvSpPr/>
          <p:nvPr/>
        </p:nvSpPr>
        <p:spPr>
          <a:xfrm>
            <a:off x="15764760" y="41400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9"/>
          <p:cNvSpPr/>
          <p:nvPr/>
        </p:nvSpPr>
        <p:spPr>
          <a:xfrm>
            <a:off x="15764760" y="252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30"/>
          <p:cNvSpPr/>
          <p:nvPr/>
        </p:nvSpPr>
        <p:spPr>
          <a:xfrm>
            <a:off x="15764760" y="11592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1"/>
          <p:cNvSpPr/>
          <p:nvPr/>
        </p:nvSpPr>
        <p:spPr>
          <a:xfrm>
            <a:off x="9540000" y="10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31"/>
          <p:cNvSpPr/>
          <p:nvPr/>
        </p:nvSpPr>
        <p:spPr>
          <a:xfrm>
            <a:off x="9540000" y="270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32"/>
          <p:cNvSpPr/>
          <p:nvPr/>
        </p:nvSpPr>
        <p:spPr>
          <a:xfrm>
            <a:off x="9540000" y="432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33"/>
          <p:cNvSpPr/>
          <p:nvPr/>
        </p:nvSpPr>
        <p:spPr>
          <a:xfrm>
            <a:off x="9644760" y="587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34"/>
          <p:cNvSpPr/>
          <p:nvPr/>
        </p:nvSpPr>
        <p:spPr>
          <a:xfrm>
            <a:off x="9720000" y="73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5"/>
          <p:cNvSpPr/>
          <p:nvPr/>
        </p:nvSpPr>
        <p:spPr>
          <a:xfrm>
            <a:off x="9824760" y="911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3" name="Google Shape;66;p 3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4" name="Google Shape;67;p 3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68;p 3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69;p 3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70;p 3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71;p 3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72;p 3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73;p 3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74;p 3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75;p 3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6;p 3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7;p 3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8;p 3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9;p 3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7" name="Google Shape;80;p 3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8" name="Google Shape;81;p 3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9" name="Google Shape;82;p 3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0" name="Google Shape;83;p 3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1" name="Google Shape;84;p 3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2" name="Google Shape;85;p 3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3" name="Google Shape;86;p 3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4" name="Google Shape;91;p 3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65" name="Google Shape;87;p 36"/>
          <p:cNvSpPr/>
          <p:nvPr/>
        </p:nvSpPr>
        <p:spPr>
          <a:xfrm rot="33000">
            <a:off x="18353520" y="85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87;p 38"/>
          <p:cNvSpPr/>
          <p:nvPr/>
        </p:nvSpPr>
        <p:spPr>
          <a:xfrm rot="33000">
            <a:off x="18353520" y="88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87;p 39"/>
          <p:cNvSpPr/>
          <p:nvPr/>
        </p:nvSpPr>
        <p:spPr>
          <a:xfrm rot="33000">
            <a:off x="18353160" y="721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87;p 40"/>
          <p:cNvSpPr/>
          <p:nvPr/>
        </p:nvSpPr>
        <p:spPr>
          <a:xfrm rot="33000">
            <a:off x="18353160" y="559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87;p 41"/>
          <p:cNvSpPr/>
          <p:nvPr/>
        </p:nvSpPr>
        <p:spPr>
          <a:xfrm rot="33000">
            <a:off x="18353160" y="409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87;p 42"/>
          <p:cNvSpPr/>
          <p:nvPr/>
        </p:nvSpPr>
        <p:spPr>
          <a:xfrm rot="33000">
            <a:off x="18353160" y="25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7E307-9CC2-75C5-3F0F-591A20B9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F6C67EEF-E860-FD58-3858-01C3AD864E51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72871F36-7E50-2CFB-E736-47BF9D8AE62C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309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B70BD-8561-3BEB-DCAC-F801DE91B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DD2B7B96-7DFD-F180-FE88-ED9D1B7F9E38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F74A1555-4AAD-0102-E19D-029FAE24316B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FD58CFA7-782A-6595-7FB4-49EB03F01BDA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0DD516D9-53D9-3936-7917-B7209EC5063B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D691ED96-A7F3-B425-4C6C-9276400ABAB7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0180043A-5561-40A6-E53A-8A3772A1D401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6D1E6220-5DE2-CC1A-302F-E97264BFF812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A5C12714-840B-0AE2-8B43-0B6169D15EC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7E523F7A-C713-5144-95A7-913586955462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74FA0D7B-C596-CF39-1FE6-8090D028B96E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8A331D4C-123A-A25C-541F-347498D596DD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145696A6-1A46-30E6-287C-5CC41E0BA21C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8F2509B9-D712-DA9F-3C29-C26E0A3B7021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2A69348F-7A11-9AF7-FCA2-1C84794985CB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1B596C93-4924-1E07-D306-1EFED4C3F335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758EBD73-5904-BE17-CE5C-11157A860D5B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2EF90EAD-E09A-09F1-6CFD-0C5F9375077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B89CA18B-6E15-2C17-FC23-A1802B5F1F1C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1CF544BA-85EB-74E8-DAE4-0002F93A433B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7B33B2C4-E50D-1FFB-E8CD-DA36684CA477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2AE5409F-69B6-4649-AFEA-7D1E5BC49935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D2FD64A2-5902-1DED-1A12-E39816F23D40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4C65BD37-81C0-47D3-6A67-93FD39D0437D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FC97DB13-084A-552E-C143-4170FAFA9694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001E0059-259A-66DA-E799-8AABAC94B755}"/>
              </a:ext>
            </a:extLst>
          </p:cNvPr>
          <p:cNvSpPr/>
          <p:nvPr/>
        </p:nvSpPr>
        <p:spPr>
          <a:xfrm>
            <a:off x="9366120" y="1257039"/>
            <a:ext cx="243612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82E5EF7-10FB-68EE-E3C3-B26DEE03B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7314B7CC-911E-533D-9F2B-5F948B8BC3A6}"/>
              </a:ext>
            </a:extLst>
          </p:cNvPr>
          <p:cNvSpPr/>
          <p:nvPr/>
        </p:nvSpPr>
        <p:spPr>
          <a:xfrm>
            <a:off x="9366120" y="262309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16362786-391D-98EE-076F-370F4C765738}"/>
              </a:ext>
            </a:extLst>
          </p:cNvPr>
          <p:cNvSpPr/>
          <p:nvPr/>
        </p:nvSpPr>
        <p:spPr>
          <a:xfrm>
            <a:off x="9366120" y="416781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Draft possible methods needed for implementing efficieny upgrades.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AA2BD56C-A5ED-E2F2-808E-789BE7DEEC04}"/>
              </a:ext>
            </a:extLst>
          </p:cNvPr>
          <p:cNvSpPr/>
          <p:nvPr/>
        </p:nvSpPr>
        <p:spPr>
          <a:xfrm>
            <a:off x="9366120" y="612625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06F18741-AE20-2087-87D3-2EA540D1A810}"/>
              </a:ext>
            </a:extLst>
          </p:cNvPr>
          <p:cNvSpPr/>
          <p:nvPr/>
        </p:nvSpPr>
        <p:spPr>
          <a:xfrm>
            <a:off x="9366120" y="758137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12" name="Google Shape;86;p15">
            <a:extLst>
              <a:ext uri="{FF2B5EF4-FFF2-40B4-BE49-F238E27FC236}">
                <a16:creationId xmlns:a16="http://schemas.microsoft.com/office/drawing/2014/main" id="{1759E3BF-6FBC-BD3B-F69D-59DF7D43E2E1}"/>
              </a:ext>
            </a:extLst>
          </p:cNvPr>
          <p:cNvSpPr/>
          <p:nvPr/>
        </p:nvSpPr>
        <p:spPr>
          <a:xfrm>
            <a:off x="9366120" y="9036496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Define the structure and behavior of the new warning messages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EABC4697-C325-E97D-571B-A96A86A7BB5F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06688CFE-324B-3DE4-AFB0-E9378C7A3251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0489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48753-3335-7AA2-DB90-44175FDD2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8EDC1AE0-AE8E-1616-F5F5-4E0CC0FE4336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F7935A5D-1C19-42D9-26AB-7BA5B6C294F5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5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73181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5E1D-0F39-FC84-CFDB-59D2BB480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1405F904-D272-3D0D-C3D6-B81211C64FC5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02E25745-4A12-83BC-AEB3-EE9DACA73CFC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BB959EDB-55F4-122C-CF40-9242A1EB9DA7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EB466956-EDC6-B5A1-81AA-D1FDDAFE2AD8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788C8308-D97D-C2E7-E31B-3D25FF4EE03A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F567216C-5902-0B6F-6A8B-0A6484E45AC4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266D7AAF-47EB-D7B2-AA58-A9332BF61FC4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2C349E09-11F8-CFD5-F1A7-DEE5D93E342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F7EA629E-5B92-0BDA-580A-046052AFE19F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189AD8C6-5219-1277-6519-454D28A9F8A8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F21D13C1-C911-2803-9218-C4BD2C8A40CC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96987708-2E21-FC55-65E1-FD8D7E8913AD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F63F3BD7-F8D8-D1F6-2E78-0F2399A3FE37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FDB0FDCF-0A83-AE04-8330-2685F056264E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58B4FB8E-0513-7FCC-5818-4ACA4F1FB07A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BE1997E1-ECA4-D2C0-FAEB-FA38C34F7A23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7A21B3DF-D368-F8F4-54B2-AB62363245E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E965EEBC-F981-E6C0-FED0-FF8E45B34575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0AE3E5AB-E8C8-AEB9-9029-D2464EE8C7E6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F3574425-C31A-49DB-BBDE-29AB730FC3DA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5186A7A5-D8CC-3177-0C78-8C1212198E12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78CA7CFE-8EC6-2CEB-3EE5-796A80148434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2E4BB31E-D82D-A43C-8085-5D5F31CDDACA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5854754A-459E-A486-F139-F6AAAE25A63E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44B6BA94-DF2A-7663-4731-F72725001AD2}"/>
              </a:ext>
            </a:extLst>
          </p:cNvPr>
          <p:cNvSpPr/>
          <p:nvPr/>
        </p:nvSpPr>
        <p:spPr>
          <a:xfrm>
            <a:off x="9161620" y="1237749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0E5F585-36B8-0657-EEA0-006F0097B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D510DE83-557A-B506-EC86-1E9E81DEC579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2FB45170-2801-6585-0EFF-A0139827B920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F7F28E16-9A1E-94F2-29EA-53CF9AB0AFCD}"/>
              </a:ext>
            </a:extLst>
          </p:cNvPr>
          <p:cNvSpPr/>
          <p:nvPr/>
        </p:nvSpPr>
        <p:spPr>
          <a:xfrm>
            <a:off x="9143585" y="2887285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40070787-BC25-C6A0-2F20-2376404408B8}"/>
              </a:ext>
            </a:extLst>
          </p:cNvPr>
          <p:cNvSpPr/>
          <p:nvPr/>
        </p:nvSpPr>
        <p:spPr>
          <a:xfrm>
            <a:off x="9113649" y="4411731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7D33A8DD-4DF6-77DD-2FBA-52562D4FA2D9}"/>
              </a:ext>
            </a:extLst>
          </p:cNvPr>
          <p:cNvSpPr/>
          <p:nvPr/>
        </p:nvSpPr>
        <p:spPr>
          <a:xfrm>
            <a:off x="9161619" y="5827002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A2358A7B-FA08-6F14-6AF7-21E86BF9D618}"/>
              </a:ext>
            </a:extLst>
          </p:cNvPr>
          <p:cNvSpPr/>
          <p:nvPr/>
        </p:nvSpPr>
        <p:spPr>
          <a:xfrm>
            <a:off x="9113649" y="7150584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15" name="Google Shape;86;p15">
            <a:extLst>
              <a:ext uri="{FF2B5EF4-FFF2-40B4-BE49-F238E27FC236}">
                <a16:creationId xmlns:a16="http://schemas.microsoft.com/office/drawing/2014/main" id="{B1A93ECF-73E1-6007-C0D2-97F37BA79F6A}"/>
              </a:ext>
            </a:extLst>
          </p:cNvPr>
          <p:cNvSpPr/>
          <p:nvPr/>
        </p:nvSpPr>
        <p:spPr>
          <a:xfrm>
            <a:off x="9113648" y="8574219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16" name="Google Shape;86;p15">
            <a:extLst>
              <a:ext uri="{FF2B5EF4-FFF2-40B4-BE49-F238E27FC236}">
                <a16:creationId xmlns:a16="http://schemas.microsoft.com/office/drawing/2014/main" id="{8A7C0A77-30DC-47E9-E65D-9E2AEFD279D6}"/>
              </a:ext>
            </a:extLst>
          </p:cNvPr>
          <p:cNvSpPr/>
          <p:nvPr/>
        </p:nvSpPr>
        <p:spPr>
          <a:xfrm>
            <a:off x="12335548" y="867558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86;p15">
            <a:extLst>
              <a:ext uri="{FF2B5EF4-FFF2-40B4-BE49-F238E27FC236}">
                <a16:creationId xmlns:a16="http://schemas.microsoft.com/office/drawing/2014/main" id="{3E83658F-E1A0-87BF-E84B-2918B2586F84}"/>
              </a:ext>
            </a:extLst>
          </p:cNvPr>
          <p:cNvSpPr/>
          <p:nvPr/>
        </p:nvSpPr>
        <p:spPr>
          <a:xfrm>
            <a:off x="12233885" y="2587638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86;p15">
            <a:extLst>
              <a:ext uri="{FF2B5EF4-FFF2-40B4-BE49-F238E27FC236}">
                <a16:creationId xmlns:a16="http://schemas.microsoft.com/office/drawing/2014/main" id="{C793AF34-6610-7F3C-02E8-FBF6091CCA16}"/>
              </a:ext>
            </a:extLst>
          </p:cNvPr>
          <p:cNvSpPr/>
          <p:nvPr/>
        </p:nvSpPr>
        <p:spPr>
          <a:xfrm>
            <a:off x="12319279" y="4411731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D7897B4-D1C6-7FAE-00ED-9578FB71E289}"/>
              </a:ext>
            </a:extLst>
          </p:cNvPr>
          <p:cNvSpPr/>
          <p:nvPr/>
        </p:nvSpPr>
        <p:spPr>
          <a:xfrm>
            <a:off x="12380772" y="6052074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7A53EF8D-8B77-49CE-FDCB-A80F62E1ADC9}"/>
              </a:ext>
            </a:extLst>
          </p:cNvPr>
          <p:cNvSpPr/>
          <p:nvPr/>
        </p:nvSpPr>
        <p:spPr>
          <a:xfrm>
            <a:off x="12330568" y="7604602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2" name="Google Shape;86;p15">
            <a:extLst>
              <a:ext uri="{FF2B5EF4-FFF2-40B4-BE49-F238E27FC236}">
                <a16:creationId xmlns:a16="http://schemas.microsoft.com/office/drawing/2014/main" id="{947B9C5C-7FD1-13A4-639C-D6C59411F596}"/>
              </a:ext>
            </a:extLst>
          </p:cNvPr>
          <p:cNvSpPr/>
          <p:nvPr/>
        </p:nvSpPr>
        <p:spPr>
          <a:xfrm>
            <a:off x="12181539" y="8951376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0247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3E558-90E3-EC44-0280-600FC623E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7D33E99C-7950-BA10-4479-48EA5342A291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EF2F14C1-4282-00DE-0B9C-1C5B32F67113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05DC7034-833B-B1D5-8645-78190B33F4BA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EA8E68BC-8D38-C8E4-A082-73C15FD3E6E1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2FF99C6F-8678-21D4-9E74-C4E9AA383EB7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50BD5AE2-1F38-18E7-E9A0-5ADEBA44370F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F55421E4-2502-6D96-18DA-9D9AAE8ACECF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7B94A574-6059-AD02-EE48-F13A7C2AD44C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E5D4C4FF-BE12-BDCB-92B5-1C35D3F9F255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CD36E144-85DC-4969-2EDC-C76A5CCE4737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89AB231B-D6C8-20D7-1B7F-9716D9561DB8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2257B149-08BD-9CD8-D8B2-4FD3EC60A4F6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C7966586-E1A7-F129-4A6C-3AFE29831D4A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F0E9C683-E24C-B851-3E07-A0983259601F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5872E177-4E6A-0B48-F33E-57C26A70A1C7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55C16A7E-66EE-D01C-C5DD-A07CFEC23D79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D2A2F4AD-5119-FDB4-790B-AE974EFEAC87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F6F949E9-370A-7016-12D9-EC24C9446616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1C826A3A-8140-31E8-7B9B-23460D92B9F6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7D69F545-6675-0868-D0E6-FC9B498E6A2E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0C6825AC-9F9A-3E6A-F454-2D7A21EA6554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AB452DD2-CBCC-3704-B349-1046E03A4E61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2CDA9D5C-84CC-2A95-E4A5-C92DF462EDA5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0F982763-62DD-8E0C-D935-5EDF8B6477E3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8EB752D7-BF3A-DDF4-0EF9-D278F94BF27C}"/>
              </a:ext>
            </a:extLst>
          </p:cNvPr>
          <p:cNvSpPr/>
          <p:nvPr/>
        </p:nvSpPr>
        <p:spPr>
          <a:xfrm>
            <a:off x="12221259" y="1229990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756A5E3-9766-C424-280E-90CC9A2B3F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CCD5B8FC-4DC5-33EA-4CA5-D1CA5CED635B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2A60E516-B7EB-E1DE-15F9-660B827B8E6C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BD2A64CC-24EE-592C-710A-4104228FAA3C}"/>
              </a:ext>
            </a:extLst>
          </p:cNvPr>
          <p:cNvSpPr/>
          <p:nvPr/>
        </p:nvSpPr>
        <p:spPr>
          <a:xfrm>
            <a:off x="12203224" y="2879526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6F4DB4CF-5B02-A6A3-6BC9-7148A0EBF9FC}"/>
              </a:ext>
            </a:extLst>
          </p:cNvPr>
          <p:cNvSpPr/>
          <p:nvPr/>
        </p:nvSpPr>
        <p:spPr>
          <a:xfrm>
            <a:off x="12173288" y="4403972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CA2F2F33-6F60-D8A1-D193-9A5BB37C1E40}"/>
              </a:ext>
            </a:extLst>
          </p:cNvPr>
          <p:cNvSpPr/>
          <p:nvPr/>
        </p:nvSpPr>
        <p:spPr>
          <a:xfrm>
            <a:off x="12221258" y="5819243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20AE98AB-99BB-F3AD-5A3B-465C45309A8A}"/>
              </a:ext>
            </a:extLst>
          </p:cNvPr>
          <p:cNvSpPr/>
          <p:nvPr/>
        </p:nvSpPr>
        <p:spPr>
          <a:xfrm>
            <a:off x="12173288" y="7142825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15" name="Google Shape;86;p15">
            <a:extLst>
              <a:ext uri="{FF2B5EF4-FFF2-40B4-BE49-F238E27FC236}">
                <a16:creationId xmlns:a16="http://schemas.microsoft.com/office/drawing/2014/main" id="{DF7D1AD8-F7F7-33C5-AEB1-1CB2F9D01A0F}"/>
              </a:ext>
            </a:extLst>
          </p:cNvPr>
          <p:cNvSpPr/>
          <p:nvPr/>
        </p:nvSpPr>
        <p:spPr>
          <a:xfrm>
            <a:off x="12173287" y="8566460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for US1</a:t>
            </a:r>
          </a:p>
        </p:txBody>
      </p:sp>
      <p:sp>
        <p:nvSpPr>
          <p:cNvPr id="16" name="Google Shape;86;p15">
            <a:extLst>
              <a:ext uri="{FF2B5EF4-FFF2-40B4-BE49-F238E27FC236}">
                <a16:creationId xmlns:a16="http://schemas.microsoft.com/office/drawing/2014/main" id="{202299CC-8EA2-8135-F126-BFB8EDCFA549}"/>
              </a:ext>
            </a:extLst>
          </p:cNvPr>
          <p:cNvSpPr/>
          <p:nvPr/>
        </p:nvSpPr>
        <p:spPr>
          <a:xfrm>
            <a:off x="15395187" y="85979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86;p15">
            <a:extLst>
              <a:ext uri="{FF2B5EF4-FFF2-40B4-BE49-F238E27FC236}">
                <a16:creationId xmlns:a16="http://schemas.microsoft.com/office/drawing/2014/main" id="{3C06F37C-C6E2-45F6-F161-F020E8A031E7}"/>
              </a:ext>
            </a:extLst>
          </p:cNvPr>
          <p:cNvSpPr/>
          <p:nvPr/>
        </p:nvSpPr>
        <p:spPr>
          <a:xfrm>
            <a:off x="15293524" y="257987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86;p15">
            <a:extLst>
              <a:ext uri="{FF2B5EF4-FFF2-40B4-BE49-F238E27FC236}">
                <a16:creationId xmlns:a16="http://schemas.microsoft.com/office/drawing/2014/main" id="{0EB23A53-54E3-EF23-BF7E-357C49DFD3D6}"/>
              </a:ext>
            </a:extLst>
          </p:cNvPr>
          <p:cNvSpPr/>
          <p:nvPr/>
        </p:nvSpPr>
        <p:spPr>
          <a:xfrm>
            <a:off x="15378918" y="4403972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and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code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possible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547D237-39FA-7485-05DF-D12BFF578814}"/>
              </a:ext>
            </a:extLst>
          </p:cNvPr>
          <p:cNvSpPr/>
          <p:nvPr/>
        </p:nvSpPr>
        <p:spPr>
          <a:xfrm>
            <a:off x="15440411" y="6044315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AEC5B42E-2BED-8997-33B7-A0048A53F2ED}"/>
              </a:ext>
            </a:extLst>
          </p:cNvPr>
          <p:cNvSpPr/>
          <p:nvPr/>
        </p:nvSpPr>
        <p:spPr>
          <a:xfrm>
            <a:off x="15390207" y="7596843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2" name="Google Shape;86;p15">
            <a:extLst>
              <a:ext uri="{FF2B5EF4-FFF2-40B4-BE49-F238E27FC236}">
                <a16:creationId xmlns:a16="http://schemas.microsoft.com/office/drawing/2014/main" id="{0EB8E15F-2490-0A52-B8F3-7E145B96BABF}"/>
              </a:ext>
            </a:extLst>
          </p:cNvPr>
          <p:cNvSpPr/>
          <p:nvPr/>
        </p:nvSpPr>
        <p:spPr>
          <a:xfrm>
            <a:off x="15241178" y="8943617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230683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169</TotalTime>
  <Words>1914</Words>
  <Application>Microsoft Office PowerPoint</Application>
  <PresentationFormat>Custom</PresentationFormat>
  <Paragraphs>344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Consolas</vt:lpstr>
      <vt:lpstr>Symbol</vt:lpstr>
      <vt:lpstr>Times New Roman</vt:lpstr>
      <vt:lpstr>Wingdings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Guilherme Neto</cp:lastModifiedBy>
  <cp:revision>12</cp:revision>
  <dcterms:modified xsi:type="dcterms:W3CDTF">2025-11-22T16:22:52Z</dcterms:modified>
  <dc:language>pt-PT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Personalizados</vt:lpwstr>
  </property>
  <property fmtid="{D5CDD505-2E9C-101B-9397-08002B2CF9AE}" pid="4" name="Slides">
    <vt:i4>11</vt:i4>
  </property>
</Properties>
</file>