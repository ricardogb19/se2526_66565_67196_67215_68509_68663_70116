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EABC4697-C325-E97D-571B-A96A86A7BB5F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06688CFE-324B-3DE4-AFB0-E9378C7A3251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8E483-D5F1-EAE7-91CD-F13934DE1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AD1247B2-BAD1-3EBB-DF76-16F75A4AB4DB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625C174C-9066-096D-E396-62F164233D86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56E11A6B-E1FF-11F1-603B-49F8FD0A5F23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46F48B97-4CC8-13E0-CCD7-1E4F53FEBEA4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C7B03619-22DA-0B25-14DE-9068FB53CD7B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A96015B2-9C72-1449-F697-5A3D6ED13173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ADB38658-052F-FCA7-CD4C-6F2A5913EC0B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ED406476-3CBF-F9B8-1D0B-DC6FAFF6C7A7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581ED07E-0618-F66B-73BE-255706ECA5C8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6AF7B3E5-87A3-82A0-24EB-C223A8964607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D15E634C-0422-0D98-1B70-01ABCBBAB6D4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6EB6E2F5-8A10-2D84-A784-26AC2AFB67D0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2C9AF98C-26E9-8D90-1A7A-75B6909A8672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6C784DE9-4EE8-649A-DA42-1D8A5AAA84C4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B9D2D41C-150C-D6BB-4081-15C328FB9C4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06D541C3-B34D-A031-2C27-3DE8A013D113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0B2587F0-5002-3140-013A-127D38B7CDEA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AECEDE54-E3AE-F7C3-7A32-0282FE4CDA59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E9816BE7-9A80-AF09-53FD-A6AD0A9A5C66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57493F2E-C542-AC27-8870-BFCFE82D4772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8EB2805B-B679-2A77-2CFD-48E0DE4437DA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3B1F639D-90B0-1A58-C539-E09F74DF2154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0C8C7E71-73BF-6917-49BA-2EBCE132FB2F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189D625E-A668-C98F-BF0D-6B132E939699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FE843AF7-7EBD-7A79-BE98-0005E7DCFC37}"/>
              </a:ext>
            </a:extLst>
          </p:cNvPr>
          <p:cNvSpPr/>
          <p:nvPr/>
        </p:nvSpPr>
        <p:spPr>
          <a:xfrm>
            <a:off x="15532560" y="591349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C42508C-D1BE-4FBE-C644-D8EDDDDA8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6956E678-D824-4F4B-C6E6-30647D1963FB}"/>
              </a:ext>
            </a:extLst>
          </p:cNvPr>
          <p:cNvSpPr/>
          <p:nvPr/>
        </p:nvSpPr>
        <p:spPr>
          <a:xfrm>
            <a:off x="15532560" y="7553740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41F72F27-EAAB-B0F0-0519-257DFD25A299}"/>
              </a:ext>
            </a:extLst>
          </p:cNvPr>
          <p:cNvSpPr/>
          <p:nvPr/>
        </p:nvSpPr>
        <p:spPr>
          <a:xfrm>
            <a:off x="15536797" y="9128380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8560747D-AD5F-22DC-F591-73A5396DD9B4}"/>
              </a:ext>
            </a:extLst>
          </p:cNvPr>
          <p:cNvSpPr/>
          <p:nvPr/>
        </p:nvSpPr>
        <p:spPr>
          <a:xfrm>
            <a:off x="15532560" y="112709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41BA1EF1-9533-C028-C0F2-CC4DF63227CF}"/>
              </a:ext>
            </a:extLst>
          </p:cNvPr>
          <p:cNvSpPr/>
          <p:nvPr/>
        </p:nvSpPr>
        <p:spPr>
          <a:xfrm>
            <a:off x="15532560" y="2726544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A691CAC6-7058-B5AB-F38C-D4E2C2CF898B}"/>
              </a:ext>
            </a:extLst>
          </p:cNvPr>
          <p:cNvSpPr/>
          <p:nvPr/>
        </p:nvSpPr>
        <p:spPr>
          <a:xfrm>
            <a:off x="15532560" y="431695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4CBF43E1-0378-1E31-182F-22085CD351A0}"/>
              </a:ext>
            </a:extLst>
          </p:cNvPr>
          <p:cNvSpPr/>
          <p:nvPr/>
        </p:nvSpPr>
        <p:spPr>
          <a:xfrm>
            <a:off x="12424500" y="1382566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7152AF48-7718-F551-126C-AF68C04A9C13}"/>
              </a:ext>
            </a:extLst>
          </p:cNvPr>
          <p:cNvSpPr/>
          <p:nvPr/>
        </p:nvSpPr>
        <p:spPr>
          <a:xfrm>
            <a:off x="12395880" y="5940128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5757B0F9-E62B-9C63-CCEA-87F0FE43BE99}"/>
              </a:ext>
            </a:extLst>
          </p:cNvPr>
          <p:cNvSpPr/>
          <p:nvPr/>
        </p:nvSpPr>
        <p:spPr>
          <a:xfrm>
            <a:off x="12424500" y="2775604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5CF0B81E-A683-EA4D-D850-9682EFE8D6DB}"/>
              </a:ext>
            </a:extLst>
          </p:cNvPr>
          <p:cNvSpPr/>
          <p:nvPr/>
        </p:nvSpPr>
        <p:spPr>
          <a:xfrm>
            <a:off x="12395880" y="4329211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5D9ABB46-445D-2846-9DF9-AF41EB61458A}"/>
              </a:ext>
            </a:extLst>
          </p:cNvPr>
          <p:cNvSpPr/>
          <p:nvPr/>
        </p:nvSpPr>
        <p:spPr>
          <a:xfrm>
            <a:off x="12395880" y="9079172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D10A08A2-C74B-536F-7A4C-1C968E1849AA}"/>
              </a:ext>
            </a:extLst>
          </p:cNvPr>
          <p:cNvSpPr/>
          <p:nvPr/>
        </p:nvSpPr>
        <p:spPr>
          <a:xfrm>
            <a:off x="12424500" y="7385601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3779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6A9F8-57ED-18F9-4BA0-35BDB3DD4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9C9D0FD-2945-1266-2E78-354B8FC3E87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3A8CD87B-6F20-BB6E-97BF-6055D88C363E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C18FBEF4-00A5-6FA4-9F7E-7BC524C7A2A3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BBEB81C7-9B48-61AB-A931-FCEF17015F5C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3531F911-4422-57C0-FA7A-BF6844E0A9FC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27B37BF0-7636-D106-DEC3-BE5380F3B6F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21283855-2F5B-0DA4-093F-1CEE1AE77C30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EB7F3498-906F-68EA-7972-5CA374352A44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A528DA52-4C98-8EAE-82F2-CF18D84D42EF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F0EF2A9A-F424-F0EE-CE46-51431AEA799F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BD1B1485-975B-31DE-1178-9EB35A67F5EE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A53BD2EB-BE0B-C6D0-52CE-8FBF92F85D7D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A082888F-8675-6A1E-207C-468D08FF21DD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0D982CF8-936F-28FD-D91E-74F21F51AE55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B115D71A-6A8E-ECB2-17C0-0F0891E9B81E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4C536CBD-7F24-1443-9AA3-CCA3491B06E1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A6D77680-4F35-5CB5-D00B-1E683B869FA6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E0719DA2-73FF-7FA7-F580-ABFFD5A39C29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2728881C-58CB-BD91-3CD7-535BA478B2B8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91B7C2B1-2155-925B-6D06-E9FC842D82CA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ECE400C2-C8CE-DFA2-0102-C55842BF3EB0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E8D24EA4-8320-E329-7A6E-5AA8C93C8865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09201D3C-ABF7-87AB-8C9D-DFE98B97CD1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B84D6F46-FD5F-9EA0-5014-523554199AD9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3A5CE281-BE4D-242A-4F79-B346969F2926}"/>
              </a:ext>
            </a:extLst>
          </p:cNvPr>
          <p:cNvSpPr/>
          <p:nvPr/>
        </p:nvSpPr>
        <p:spPr>
          <a:xfrm>
            <a:off x="18668880" y="1203865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9F6378-7111-9DCB-23F0-94A7D8FD1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081446FE-83FE-D60C-750A-4AE4157D064E}"/>
              </a:ext>
            </a:extLst>
          </p:cNvPr>
          <p:cNvSpPr/>
          <p:nvPr/>
        </p:nvSpPr>
        <p:spPr>
          <a:xfrm>
            <a:off x="1866888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3862BF2-25D0-9A7C-9161-6E1572BAA46F}"/>
              </a:ext>
            </a:extLst>
          </p:cNvPr>
          <p:cNvSpPr/>
          <p:nvPr/>
        </p:nvSpPr>
        <p:spPr>
          <a:xfrm>
            <a:off x="18668880" y="4265364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2B552442-DDE8-6053-C34A-CE20C303A9B2}"/>
              </a:ext>
            </a:extLst>
          </p:cNvPr>
          <p:cNvSpPr/>
          <p:nvPr/>
        </p:nvSpPr>
        <p:spPr>
          <a:xfrm>
            <a:off x="18668880" y="5849835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BBAC9B1A-3682-236C-8017-7FEE9E535CD7}"/>
              </a:ext>
            </a:extLst>
          </p:cNvPr>
          <p:cNvSpPr/>
          <p:nvPr/>
        </p:nvSpPr>
        <p:spPr>
          <a:xfrm>
            <a:off x="18668880" y="889010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AD6C094-7226-241E-6DB2-42C55C804D5E}"/>
              </a:ext>
            </a:extLst>
          </p:cNvPr>
          <p:cNvSpPr/>
          <p:nvPr/>
        </p:nvSpPr>
        <p:spPr>
          <a:xfrm>
            <a:off x="18668880" y="7389683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27697F4F-64C0-511E-B9E3-8A837346B691}"/>
              </a:ext>
            </a:extLst>
          </p:cNvPr>
          <p:cNvSpPr/>
          <p:nvPr/>
        </p:nvSpPr>
        <p:spPr>
          <a:xfrm>
            <a:off x="12424500" y="1382566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B01D7A90-0FAD-D5A6-F526-414F260045E9}"/>
              </a:ext>
            </a:extLst>
          </p:cNvPr>
          <p:cNvSpPr/>
          <p:nvPr/>
        </p:nvSpPr>
        <p:spPr>
          <a:xfrm>
            <a:off x="12395880" y="5940128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1AC69F1E-2231-B90F-6D33-E931C11569AA}"/>
              </a:ext>
            </a:extLst>
          </p:cNvPr>
          <p:cNvSpPr/>
          <p:nvPr/>
        </p:nvSpPr>
        <p:spPr>
          <a:xfrm>
            <a:off x="12424500" y="2775604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D959B60C-9E5C-1B51-CC1C-CA750F9BEA94}"/>
              </a:ext>
            </a:extLst>
          </p:cNvPr>
          <p:cNvSpPr/>
          <p:nvPr/>
        </p:nvSpPr>
        <p:spPr>
          <a:xfrm>
            <a:off x="12395880" y="4329211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E17E7993-E2F3-995B-C2AD-361026EE112C}"/>
              </a:ext>
            </a:extLst>
          </p:cNvPr>
          <p:cNvSpPr/>
          <p:nvPr/>
        </p:nvSpPr>
        <p:spPr>
          <a:xfrm>
            <a:off x="12395880" y="9079172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B95E067B-FFF7-EE91-437F-9D4B5805B73D}"/>
              </a:ext>
            </a:extLst>
          </p:cNvPr>
          <p:cNvSpPr/>
          <p:nvPr/>
        </p:nvSpPr>
        <p:spPr>
          <a:xfrm>
            <a:off x="12424500" y="7385601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08920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Words>1580</Words>
  <Application>Microsoft Office PowerPoint</Application>
  <PresentationFormat>Custom</PresentationFormat>
  <Paragraphs>339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Consolas</vt:lpstr>
      <vt:lpstr>Symbol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Afonso Fernando Bras Rodriguez</cp:lastModifiedBy>
  <cp:revision>14</cp:revision>
  <dcterms:modified xsi:type="dcterms:W3CDTF">2025-11-17T10:54:25Z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