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21599525" cy="1079976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19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AND_TWO_COLUMN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6520" cy="120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36200" y="2419920"/>
            <a:ext cx="9447480" cy="7172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11415240" y="2419920"/>
            <a:ext cx="9447480" cy="7172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1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F2B2160-2332-4633-9D1D-7580B4A1DC51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6520" cy="120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sldNum" idx="2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FBC4947-59AA-4228-AE83-ECC939950763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36200" y="1166760"/>
            <a:ext cx="6631920" cy="1585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36200" y="2917800"/>
            <a:ext cx="6631920" cy="6674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sldNum" idx="3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278F95D-60FA-4E66-BB44-A8083B0CA86B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58120" y="945360"/>
            <a:ext cx="15040800" cy="8588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4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" name="PlaceHolder 2"/>
          <p:cNvSpPr>
            <a:spLocks noGrp="1"/>
          </p:cNvSpPr>
          <p:nvPr>
            <p:ph type="sldNum" idx="4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E541938-2F81-4986-9F67-CB81A2BC0D66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TITLE_AND_DESCRIPTIO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36;p9"/>
          <p:cNvSpPr/>
          <p:nvPr/>
        </p:nvSpPr>
        <p:spPr>
          <a:xfrm>
            <a:off x="10800000" y="-360"/>
            <a:ext cx="10798920" cy="10798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27120" y="2589480"/>
            <a:ext cx="9554760" cy="3111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11667960" y="1520280"/>
            <a:ext cx="9063000" cy="7758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4" name="PlaceHolder 3"/>
          <p:cNvSpPr>
            <a:spLocks noGrp="1"/>
          </p:cNvSpPr>
          <p:nvPr>
            <p:ph type="sldNum" idx="5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6BF33DC-5DAF-4709-A633-43049934F307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APTION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body"/>
          </p:nvPr>
        </p:nvSpPr>
        <p:spPr>
          <a:xfrm>
            <a:off x="736200" y="8883000"/>
            <a:ext cx="14169600" cy="1269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400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6" name="PlaceHolder 2"/>
          <p:cNvSpPr>
            <a:spLocks noGrp="1"/>
          </p:cNvSpPr>
          <p:nvPr>
            <p:ph type="sldNum" idx="6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6103A99-8BB8-42A5-81FD-CD0856E11DC3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36200" y="1563480"/>
            <a:ext cx="20126520" cy="430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5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sldNum" idx="7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7FD77A9-A41A-4BDF-A0C6-CA83EED72C24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1079640" y="2526840"/>
            <a:ext cx="19438560" cy="626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IG_NUMB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736200" y="2322720"/>
            <a:ext cx="20126520" cy="4122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1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xx%</a:t>
            </a:r>
            <a:endParaRPr lang="pt-PT" sz="1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736200" y="6618960"/>
            <a:ext cx="20126520" cy="2730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2" name="PlaceHolder 3"/>
          <p:cNvSpPr>
            <a:spLocks noGrp="1"/>
          </p:cNvSpPr>
          <p:nvPr>
            <p:ph type="sldNum" idx="8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E26F863-01CE-497F-AC96-F6039CA4F7DF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sldNum" idx="9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3FF8D0A-560E-4BF1-BBE9-99C243393C4D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736200" y="4516200"/>
            <a:ext cx="20126520" cy="1766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5" name="PlaceHolder 2"/>
          <p:cNvSpPr>
            <a:spLocks noGrp="1"/>
          </p:cNvSpPr>
          <p:nvPr>
            <p:ph type="sldNum" idx="10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22F9B64-883D-4250-AD13-3F0EE906167D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6520" cy="120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736200" y="2419920"/>
            <a:ext cx="20126520" cy="7172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sldNum" idx="11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A04AA69-5DDA-47D3-B0E4-8E06EA9FBBE4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54;p13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" name="Google Shape;55;p13"/>
          <p:cNvPicPr/>
          <p:nvPr/>
        </p:nvPicPr>
        <p:blipFill>
          <a:blip r:embed="rId3"/>
          <a:stretch/>
        </p:blipFill>
        <p:spPr>
          <a:xfrm>
            <a:off x="859680" y="4015080"/>
            <a:ext cx="19879200" cy="27687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60;p14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Google Shape;61;p14"/>
          <p:cNvSpPr txBox="1"/>
          <p:nvPr/>
        </p:nvSpPr>
        <p:spPr>
          <a:xfrm>
            <a:off x="814320" y="3300840"/>
            <a:ext cx="1997028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1</a:t>
            </a:r>
            <a:endParaRPr lang="pt-PT" sz="1400" b="0" u="none" strike="noStrik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2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" name="Google Shape;86;p15"/>
          <p:cNvSpPr/>
          <p:nvPr/>
        </p:nvSpPr>
        <p:spPr>
          <a:xfrm>
            <a:off x="167400" y="801720"/>
            <a:ext cx="2409840" cy="2639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87;p15"/>
          <p:cNvSpPr/>
          <p:nvPr/>
        </p:nvSpPr>
        <p:spPr>
          <a:xfrm>
            <a:off x="141120" y="7302529"/>
            <a:ext cx="2436120" cy="2775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" name="Google Shape;92;p15"/>
          <p:cNvSpPr/>
          <p:nvPr/>
        </p:nvSpPr>
        <p:spPr>
          <a:xfrm>
            <a:off x="167400" y="3894840"/>
            <a:ext cx="2436120" cy="294205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Google Shape;97;p16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8" name="Google Shape;98;p16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Google Shape;99;p16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Google Shape;100;p16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Google Shape;101;p16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Google Shape;102;p16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Google Shape;103;p16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Google Shape;104;p16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Google Shape;105;p16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106;p16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Google Shape;107;p16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Google Shape;108;p16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Google Shape;109;p16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110;p16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" name="Google Shape;111;p16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2" name="Google Shape;112;p16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3" name="Google Shape;113;p16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4" name="Google Shape;114;p16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5" name="Google Shape;115;p16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6" name="Google Shape;116;p16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77" name="Google Shape;117;p16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Google Shape;118;p16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119;p16"/>
          <p:cNvSpPr/>
          <p:nvPr/>
        </p:nvSpPr>
        <p:spPr>
          <a:xfrm>
            <a:off x="1239552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Google Shape;120;p16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Google Shape;121;p16"/>
          <p:cNvSpPr/>
          <p:nvPr/>
        </p:nvSpPr>
        <p:spPr>
          <a:xfrm>
            <a:off x="1542600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2" name="Google Shape;122;p16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83" name="Google Shape;123;p16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4" name="Google Shape;128;p17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85" name="Google Shape;129;p17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Google Shape;130;p17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Google Shape;131;p17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Google Shape;132;p17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133;p17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Google Shape;134;p17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Google Shape;135;p17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Google Shape;136;p17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Google Shape;137;p17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Google Shape;138;p17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Google Shape;139;p17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140;p17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141;p17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8" name="Google Shape;142;p17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99" name="Google Shape;143;p17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0" name="Google Shape;144;p17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1" name="Google Shape;145;p17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2" name="Google Shape;146;p17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3" name="Google Shape;147;p17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04" name="Google Shape;148;p17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149;p17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150;p17"/>
          <p:cNvSpPr/>
          <p:nvPr/>
        </p:nvSpPr>
        <p:spPr>
          <a:xfrm>
            <a:off x="1553256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151;p17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Google Shape;152;p17"/>
          <p:cNvSpPr/>
          <p:nvPr/>
        </p:nvSpPr>
        <p:spPr>
          <a:xfrm>
            <a:off x="1542600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9" name="Google Shape;153;p17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10" name="Google Shape;154;p17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1" name="Google Shape;159;p18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12" name="Google Shape;160;p18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161;p18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162;p18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163;p18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164;p18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165;p18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166;p18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167;p18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168;p18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169;p18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170;p18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171;p18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172;p18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5" name="Google Shape;173;p18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6" name="Google Shape;174;p18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7" name="Google Shape;175;p18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8" name="Google Shape;176;p18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9" name="Google Shape;177;p18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0" name="Google Shape;178;p18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31" name="Google Shape;179;p18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Google Shape;180;p18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Google Shape;181;p18"/>
          <p:cNvSpPr/>
          <p:nvPr/>
        </p:nvSpPr>
        <p:spPr>
          <a:xfrm>
            <a:off x="1553256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182;p18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183;p18"/>
          <p:cNvSpPr/>
          <p:nvPr/>
        </p:nvSpPr>
        <p:spPr>
          <a:xfrm>
            <a:off x="1239588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6" name="Google Shape;184;p18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37" name="Google Shape;185;p18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8" name="Google Shape;190;p19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39" name="Google Shape;191;p19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192;p19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Google Shape;193;p19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Google Shape;194;p19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Google Shape;195;p19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Google Shape;196;p19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Google Shape;197;p19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Google Shape;198;p19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Google Shape;199;p19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200;p19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Google Shape;201;p19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Google Shape;202;p19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Google Shape;203;p19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2" name="Google Shape;204;p19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3" name="Google Shape;205;p19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4" name="Google Shape;206;p19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5" name="Google Shape;207;p19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6" name="Google Shape;208;p19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7" name="Google Shape;209;p19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58" name="Google Shape;210;p19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Google Shape;211;p19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Google Shape;212;p19"/>
          <p:cNvSpPr/>
          <p:nvPr/>
        </p:nvSpPr>
        <p:spPr>
          <a:xfrm>
            <a:off x="1866888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Google Shape;213;p19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Google Shape;214;p19"/>
          <p:cNvSpPr/>
          <p:nvPr/>
        </p:nvSpPr>
        <p:spPr>
          <a:xfrm>
            <a:off x="1239588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3" name="Google Shape;215;p19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64" name="Google Shape;216;p19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221;p20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Google Shape;222;p20"/>
          <p:cNvSpPr txBox="1"/>
          <p:nvPr/>
        </p:nvSpPr>
        <p:spPr>
          <a:xfrm>
            <a:off x="814320" y="3300840"/>
            <a:ext cx="1995660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 dirty="0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2</a:t>
            </a:r>
            <a:endParaRPr lang="pt-PT" sz="1400" b="0" u="none" strike="noStrike" dirty="0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7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68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1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2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3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4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5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6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87" name="Google Shape;86;p15"/>
          <p:cNvSpPr/>
          <p:nvPr/>
        </p:nvSpPr>
        <p:spPr>
          <a:xfrm>
            <a:off x="167400" y="801720"/>
            <a:ext cx="2409840" cy="26395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8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89" name="Google Shape;92;p15"/>
          <p:cNvSpPr/>
          <p:nvPr/>
        </p:nvSpPr>
        <p:spPr>
          <a:xfrm>
            <a:off x="167400" y="3894840"/>
            <a:ext cx="2436120" cy="26395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Google Shape;87;p15"/>
          <p:cNvSpPr/>
          <p:nvPr/>
        </p:nvSpPr>
        <p:spPr>
          <a:xfrm>
            <a:off x="29520" y="1385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Google Shape;87;p15"/>
          <p:cNvSpPr/>
          <p:nvPr/>
        </p:nvSpPr>
        <p:spPr>
          <a:xfrm>
            <a:off x="984600" y="148068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2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93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6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07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08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09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0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1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12" name="Google Shape;86;p15"/>
          <p:cNvSpPr/>
          <p:nvPr/>
        </p:nvSpPr>
        <p:spPr>
          <a:xfrm>
            <a:off x="6235200" y="1330920"/>
            <a:ext cx="2409840" cy="40759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3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14" name="Google Shape;92;p15"/>
          <p:cNvSpPr/>
          <p:nvPr/>
        </p:nvSpPr>
        <p:spPr>
          <a:xfrm>
            <a:off x="6240960" y="6022080"/>
            <a:ext cx="2436120" cy="417600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Google Shape;87;p15"/>
          <p:cNvSpPr/>
          <p:nvPr/>
        </p:nvSpPr>
        <p:spPr>
          <a:xfrm>
            <a:off x="12691080" y="719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Google Shape;87;p15"/>
          <p:cNvSpPr/>
          <p:nvPr/>
        </p:nvSpPr>
        <p:spPr>
          <a:xfrm>
            <a:off x="9609840" y="6800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Google Shape;87;p15"/>
          <p:cNvSpPr/>
          <p:nvPr/>
        </p:nvSpPr>
        <p:spPr>
          <a:xfrm>
            <a:off x="12691080" y="21222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Google Shape;87;p15"/>
          <p:cNvSpPr/>
          <p:nvPr/>
        </p:nvSpPr>
        <p:spPr>
          <a:xfrm>
            <a:off x="12691080" y="33721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Google Shape;87;p15"/>
          <p:cNvSpPr/>
          <p:nvPr/>
        </p:nvSpPr>
        <p:spPr>
          <a:xfrm>
            <a:off x="12691080" y="50061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Google Shape;87;p15"/>
          <p:cNvSpPr/>
          <p:nvPr/>
        </p:nvSpPr>
        <p:spPr>
          <a:xfrm>
            <a:off x="12663360" y="66319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Google Shape;87;p15"/>
          <p:cNvSpPr/>
          <p:nvPr/>
        </p:nvSpPr>
        <p:spPr>
          <a:xfrm>
            <a:off x="12663360" y="82764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Google Shape;87;p15"/>
          <p:cNvSpPr/>
          <p:nvPr/>
        </p:nvSpPr>
        <p:spPr>
          <a:xfrm>
            <a:off x="9609840" y="22831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Google Shape;87;p15"/>
          <p:cNvSpPr/>
          <p:nvPr/>
        </p:nvSpPr>
        <p:spPr>
          <a:xfrm>
            <a:off x="9609840" y="37821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Google Shape;87;p15"/>
          <p:cNvSpPr/>
          <p:nvPr/>
        </p:nvSpPr>
        <p:spPr>
          <a:xfrm>
            <a:off x="9621000" y="52070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Google Shape;87;p15"/>
          <p:cNvSpPr/>
          <p:nvPr/>
        </p:nvSpPr>
        <p:spPr>
          <a:xfrm>
            <a:off x="9609840" y="67255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Google Shape;87;p15"/>
          <p:cNvSpPr/>
          <p:nvPr/>
        </p:nvSpPr>
        <p:spPr>
          <a:xfrm>
            <a:off x="9582120" y="83016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7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28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1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2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3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4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5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6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47" name="Google Shape;86;p15"/>
          <p:cNvSpPr/>
          <p:nvPr/>
        </p:nvSpPr>
        <p:spPr>
          <a:xfrm>
            <a:off x="6235200" y="1330920"/>
            <a:ext cx="2409840" cy="40759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8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49" name="Google Shape;92;p15"/>
          <p:cNvSpPr/>
          <p:nvPr/>
        </p:nvSpPr>
        <p:spPr>
          <a:xfrm>
            <a:off x="6240960" y="6022080"/>
            <a:ext cx="2436120" cy="417600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Google Shape;87;p15"/>
          <p:cNvSpPr/>
          <p:nvPr/>
        </p:nvSpPr>
        <p:spPr>
          <a:xfrm>
            <a:off x="19018800" y="6800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Google Shape;87;p15"/>
          <p:cNvSpPr/>
          <p:nvPr/>
        </p:nvSpPr>
        <p:spPr>
          <a:xfrm>
            <a:off x="12657600" y="737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Google Shape;87;p15"/>
          <p:cNvSpPr/>
          <p:nvPr/>
        </p:nvSpPr>
        <p:spPr>
          <a:xfrm>
            <a:off x="19018800" y="20826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Google Shape;87;p15"/>
          <p:cNvSpPr/>
          <p:nvPr/>
        </p:nvSpPr>
        <p:spPr>
          <a:xfrm>
            <a:off x="19018800" y="33321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Google Shape;87;p15"/>
          <p:cNvSpPr/>
          <p:nvPr/>
        </p:nvSpPr>
        <p:spPr>
          <a:xfrm>
            <a:off x="19018800" y="49665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Google Shape;87;p15"/>
          <p:cNvSpPr/>
          <p:nvPr/>
        </p:nvSpPr>
        <p:spPr>
          <a:xfrm>
            <a:off x="18991080" y="65923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Google Shape;87;p15"/>
          <p:cNvSpPr/>
          <p:nvPr/>
        </p:nvSpPr>
        <p:spPr>
          <a:xfrm>
            <a:off x="18991080" y="82364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Google Shape;87;p15"/>
          <p:cNvSpPr/>
          <p:nvPr/>
        </p:nvSpPr>
        <p:spPr>
          <a:xfrm>
            <a:off x="12657600" y="23407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Google Shape;87;p15"/>
          <p:cNvSpPr/>
          <p:nvPr/>
        </p:nvSpPr>
        <p:spPr>
          <a:xfrm>
            <a:off x="12657600" y="38397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Google Shape;87;p15"/>
          <p:cNvSpPr/>
          <p:nvPr/>
        </p:nvSpPr>
        <p:spPr>
          <a:xfrm>
            <a:off x="12668400" y="5264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Google Shape;87;p15"/>
          <p:cNvSpPr/>
          <p:nvPr/>
        </p:nvSpPr>
        <p:spPr>
          <a:xfrm>
            <a:off x="12657600" y="67831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Google Shape;87;p15"/>
          <p:cNvSpPr/>
          <p:nvPr/>
        </p:nvSpPr>
        <p:spPr>
          <a:xfrm>
            <a:off x="12629880" y="83588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21;p 1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3" name="Google Shape;222;p 1"/>
          <p:cNvSpPr txBox="1"/>
          <p:nvPr/>
        </p:nvSpPr>
        <p:spPr>
          <a:xfrm>
            <a:off x="814320" y="3300840"/>
            <a:ext cx="1995660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3</a:t>
            </a:r>
            <a:endParaRPr lang="pt-PT" sz="1400" b="0" u="none" strike="noStrik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4" name="Google Shape;66;p 1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65" name="Google Shape;67;p 1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Google Shape;68;p 1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Google Shape;69;p 1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Google Shape;70;p 1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Google Shape;71;p 1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Google Shape;72;p 1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Google Shape;73;p 1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Google Shape;74;p 1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Google Shape;75;p 1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Google Shape;76;p 1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Google Shape;77;p 1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Google Shape;78;p 1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Google Shape;79;p 1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8" name="Google Shape;80;p 1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79" name="Google Shape;81;p 1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0" name="Google Shape;82;p 1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1" name="Google Shape;83;p 1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2" name="Google Shape;84;p 1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3" name="Google Shape;85;p 1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84" name="Google Shape;86;p 1"/>
          <p:cNvSpPr/>
          <p:nvPr/>
        </p:nvSpPr>
        <p:spPr>
          <a:xfrm>
            <a:off x="6235200" y="970920"/>
            <a:ext cx="2409840" cy="892836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5" name="Google Shape;91;p 1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86" name="Google Shape;87;p 1"/>
          <p:cNvSpPr/>
          <p:nvPr/>
        </p:nvSpPr>
        <p:spPr>
          <a:xfrm>
            <a:off x="18838800" y="12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Google Shape;87;p 12"/>
          <p:cNvSpPr/>
          <p:nvPr/>
        </p:nvSpPr>
        <p:spPr>
          <a:xfrm>
            <a:off x="12600000" y="907596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Google Shape;87;p 3"/>
          <p:cNvSpPr/>
          <p:nvPr/>
        </p:nvSpPr>
        <p:spPr>
          <a:xfrm>
            <a:off x="18900000" y="28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Google Shape;87;p 4"/>
          <p:cNvSpPr/>
          <p:nvPr/>
        </p:nvSpPr>
        <p:spPr>
          <a:xfrm>
            <a:off x="18838800" y="428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Google Shape;87;p 6"/>
          <p:cNvSpPr/>
          <p:nvPr/>
        </p:nvSpPr>
        <p:spPr>
          <a:xfrm>
            <a:off x="18838800" y="594000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Google Shape;87;p 7"/>
          <p:cNvSpPr/>
          <p:nvPr/>
        </p:nvSpPr>
        <p:spPr>
          <a:xfrm>
            <a:off x="18838800" y="75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Google Shape;87;p 14"/>
          <p:cNvSpPr/>
          <p:nvPr/>
        </p:nvSpPr>
        <p:spPr>
          <a:xfrm>
            <a:off x="18838800" y="91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Google Shape;87;p 15"/>
          <p:cNvSpPr/>
          <p:nvPr/>
        </p:nvSpPr>
        <p:spPr>
          <a:xfrm>
            <a:off x="12600360" y="720000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Google Shape;87;p 11"/>
          <p:cNvSpPr/>
          <p:nvPr/>
        </p:nvSpPr>
        <p:spPr>
          <a:xfrm>
            <a:off x="12657600" y="547884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Google Shape;87;p 2"/>
          <p:cNvSpPr/>
          <p:nvPr/>
        </p:nvSpPr>
        <p:spPr>
          <a:xfrm>
            <a:off x="12704400" y="378000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Google Shape;87;p 8"/>
          <p:cNvSpPr/>
          <p:nvPr/>
        </p:nvSpPr>
        <p:spPr>
          <a:xfrm>
            <a:off x="12704400" y="223884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Google Shape;87;p 9"/>
          <p:cNvSpPr/>
          <p:nvPr/>
        </p:nvSpPr>
        <p:spPr>
          <a:xfrm>
            <a:off x="12600000" y="61884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8" name="Google Shape;66;p 2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99" name="Google Shape;67;p 2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Google Shape;68;p 2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Google Shape;69;p 2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Google Shape;70;p 2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Google Shape;71;p 2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Google Shape;72;p 2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Google Shape;73;p 2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Google Shape;74;p 2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Google Shape;75;p 2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Google Shape;76;p 2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Google Shape;77;p 2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Google Shape;78;p 2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Google Shape;79;p 2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2" name="Google Shape;80;p 2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3" name="Google Shape;81;p 2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4" name="Google Shape;82;p 2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5" name="Google Shape;83;p 2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6" name="Google Shape;84;p 2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7" name="Google Shape;85;p 2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18" name="Google Shape;86;p 2"/>
          <p:cNvSpPr/>
          <p:nvPr/>
        </p:nvSpPr>
        <p:spPr>
          <a:xfrm>
            <a:off x="6235200" y="970920"/>
            <a:ext cx="2409840" cy="94687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9" name="Google Shape;91;p 2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20" name="Google Shape;87;p 5"/>
          <p:cNvSpPr/>
          <p:nvPr/>
        </p:nvSpPr>
        <p:spPr>
          <a:xfrm>
            <a:off x="18838800" y="12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Google Shape;87;p 10"/>
          <p:cNvSpPr/>
          <p:nvPr/>
        </p:nvSpPr>
        <p:spPr>
          <a:xfrm>
            <a:off x="12539160" y="8869680"/>
            <a:ext cx="2159640" cy="1183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Google Shape;87;p 13"/>
          <p:cNvSpPr/>
          <p:nvPr/>
        </p:nvSpPr>
        <p:spPr>
          <a:xfrm>
            <a:off x="18900000" y="28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Google Shape;87;p 16"/>
          <p:cNvSpPr/>
          <p:nvPr/>
        </p:nvSpPr>
        <p:spPr>
          <a:xfrm>
            <a:off x="18838800" y="428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Google Shape;87;p 17"/>
          <p:cNvSpPr/>
          <p:nvPr/>
        </p:nvSpPr>
        <p:spPr>
          <a:xfrm>
            <a:off x="18838800" y="594000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Google Shape;87;p 18"/>
          <p:cNvSpPr/>
          <p:nvPr/>
        </p:nvSpPr>
        <p:spPr>
          <a:xfrm>
            <a:off x="18838800" y="75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Google Shape;87;p 19"/>
          <p:cNvSpPr/>
          <p:nvPr/>
        </p:nvSpPr>
        <p:spPr>
          <a:xfrm>
            <a:off x="18838800" y="91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Google Shape;87;p 20"/>
          <p:cNvSpPr/>
          <p:nvPr/>
        </p:nvSpPr>
        <p:spPr>
          <a:xfrm>
            <a:off x="12600360" y="7560000"/>
            <a:ext cx="1874880" cy="729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Google Shape;87;p 22"/>
          <p:cNvSpPr/>
          <p:nvPr/>
        </p:nvSpPr>
        <p:spPr>
          <a:xfrm>
            <a:off x="12704400" y="3960000"/>
            <a:ext cx="1874880" cy="143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Google Shape;87;p 23"/>
          <p:cNvSpPr/>
          <p:nvPr/>
        </p:nvSpPr>
        <p:spPr>
          <a:xfrm>
            <a:off x="12704400" y="2637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Google Shape;87;p 24"/>
          <p:cNvSpPr/>
          <p:nvPr/>
        </p:nvSpPr>
        <p:spPr>
          <a:xfrm>
            <a:off x="12704760" y="979200"/>
            <a:ext cx="1874880" cy="136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Google Shape;87;p 25"/>
          <p:cNvSpPr/>
          <p:nvPr/>
        </p:nvSpPr>
        <p:spPr>
          <a:xfrm>
            <a:off x="15840000" y="9000000"/>
            <a:ext cx="1874880" cy="107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Google Shape;87;p 26"/>
          <p:cNvSpPr/>
          <p:nvPr/>
        </p:nvSpPr>
        <p:spPr>
          <a:xfrm>
            <a:off x="15840000" y="7380000"/>
            <a:ext cx="1874880" cy="118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Google Shape;87;p 27"/>
          <p:cNvSpPr/>
          <p:nvPr/>
        </p:nvSpPr>
        <p:spPr>
          <a:xfrm>
            <a:off x="15764760" y="540000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Google Shape;87;p 28"/>
          <p:cNvSpPr/>
          <p:nvPr/>
        </p:nvSpPr>
        <p:spPr>
          <a:xfrm>
            <a:off x="15764760" y="4140000"/>
            <a:ext cx="1874880" cy="100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Google Shape;87;p 29"/>
          <p:cNvSpPr/>
          <p:nvPr/>
        </p:nvSpPr>
        <p:spPr>
          <a:xfrm>
            <a:off x="15764760" y="2520000"/>
            <a:ext cx="1874880" cy="107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Google Shape;87;p 30"/>
          <p:cNvSpPr/>
          <p:nvPr/>
        </p:nvSpPr>
        <p:spPr>
          <a:xfrm>
            <a:off x="15764760" y="1159200"/>
            <a:ext cx="1874880" cy="100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Google Shape;87;p 21"/>
          <p:cNvSpPr/>
          <p:nvPr/>
        </p:nvSpPr>
        <p:spPr>
          <a:xfrm>
            <a:off x="9540000" y="108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Google Shape;87;p 31"/>
          <p:cNvSpPr/>
          <p:nvPr/>
        </p:nvSpPr>
        <p:spPr>
          <a:xfrm>
            <a:off x="9540000" y="270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Google Shape;87;p 32"/>
          <p:cNvSpPr/>
          <p:nvPr/>
        </p:nvSpPr>
        <p:spPr>
          <a:xfrm>
            <a:off x="9540000" y="432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Google Shape;87;p 33"/>
          <p:cNvSpPr/>
          <p:nvPr/>
        </p:nvSpPr>
        <p:spPr>
          <a:xfrm>
            <a:off x="9644760" y="5877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Google Shape;87;p 34"/>
          <p:cNvSpPr/>
          <p:nvPr/>
        </p:nvSpPr>
        <p:spPr>
          <a:xfrm>
            <a:off x="9720000" y="738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Google Shape;87;p 35"/>
          <p:cNvSpPr/>
          <p:nvPr/>
        </p:nvSpPr>
        <p:spPr>
          <a:xfrm>
            <a:off x="9824760" y="9117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3" name="Google Shape;66;p 3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4" name="Google Shape;67;p 3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Google Shape;68;p 3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Google Shape;69;p 3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Google Shape;70;p 3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Google Shape;71;p 3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Google Shape;72;p 3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Google Shape;73;p 3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Google Shape;74;p 3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Google Shape;75;p 3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Google Shape;76;p 3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Google Shape;77;p 3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Google Shape;78;p 3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Google Shape;79;p 3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57" name="Google Shape;80;p 3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58" name="Google Shape;81;p 3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59" name="Google Shape;82;p 3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0" name="Google Shape;83;p 3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1" name="Google Shape;84;p 3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2" name="Google Shape;85;p 3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63" name="Google Shape;86;p 3"/>
          <p:cNvSpPr/>
          <p:nvPr/>
        </p:nvSpPr>
        <p:spPr>
          <a:xfrm>
            <a:off x="6235200" y="970920"/>
            <a:ext cx="2409840" cy="94687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64" name="Google Shape;91;p 3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65" name="Google Shape;87;p 36"/>
          <p:cNvSpPr/>
          <p:nvPr/>
        </p:nvSpPr>
        <p:spPr>
          <a:xfrm rot="33000">
            <a:off x="18353520" y="8524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Google Shape;87;p 38"/>
          <p:cNvSpPr/>
          <p:nvPr/>
        </p:nvSpPr>
        <p:spPr>
          <a:xfrm rot="33000">
            <a:off x="18353520" y="883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Google Shape;87;p 39"/>
          <p:cNvSpPr/>
          <p:nvPr/>
        </p:nvSpPr>
        <p:spPr>
          <a:xfrm rot="33000">
            <a:off x="18353160" y="721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Google Shape;87;p 40"/>
          <p:cNvSpPr/>
          <p:nvPr/>
        </p:nvSpPr>
        <p:spPr>
          <a:xfrm rot="33000">
            <a:off x="18353160" y="559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Google Shape;87;p 41"/>
          <p:cNvSpPr/>
          <p:nvPr/>
        </p:nvSpPr>
        <p:spPr>
          <a:xfrm rot="33000">
            <a:off x="18353160" y="40924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Google Shape;87;p 42"/>
          <p:cNvSpPr/>
          <p:nvPr/>
        </p:nvSpPr>
        <p:spPr>
          <a:xfrm rot="33000">
            <a:off x="18353160" y="253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7E307-9CC2-75C5-3F0F-591A20B9D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21;p 1">
            <a:extLst>
              <a:ext uri="{FF2B5EF4-FFF2-40B4-BE49-F238E27FC236}">
                <a16:creationId xmlns:a16="http://schemas.microsoft.com/office/drawing/2014/main" id="{F6C67EEF-E860-FD58-3858-01C3AD864E51}"/>
              </a:ext>
            </a:extLst>
          </p:cNvPr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3" name="Google Shape;222;p 1">
            <a:extLst>
              <a:ext uri="{FF2B5EF4-FFF2-40B4-BE49-F238E27FC236}">
                <a16:creationId xmlns:a16="http://schemas.microsoft.com/office/drawing/2014/main" id="{72871F36-7E50-2CFB-E736-47BF9D8AE62C}"/>
              </a:ext>
            </a:extLst>
          </p:cNvPr>
          <p:cNvSpPr txBox="1"/>
          <p:nvPr/>
        </p:nvSpPr>
        <p:spPr>
          <a:xfrm>
            <a:off x="814320" y="3300840"/>
            <a:ext cx="1995660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 dirty="0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4</a:t>
            </a:r>
            <a:endParaRPr lang="pt-PT" sz="1400" b="0" u="none" strike="noStrike" dirty="0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143092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B70BD-8561-3BEB-DCAC-F801DE91B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oogle Shape;66;p15">
            <a:extLst>
              <a:ext uri="{FF2B5EF4-FFF2-40B4-BE49-F238E27FC236}">
                <a16:creationId xmlns:a16="http://schemas.microsoft.com/office/drawing/2014/main" id="{DD2B7B96-7DFD-F180-FE88-ED9D1B7F9E38}"/>
              </a:ext>
            </a:extLst>
          </p:cNvPr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" name="Google Shape;67;p15">
            <a:extLst>
              <a:ext uri="{FF2B5EF4-FFF2-40B4-BE49-F238E27FC236}">
                <a16:creationId xmlns:a16="http://schemas.microsoft.com/office/drawing/2014/main" id="{F74A1555-4AAD-0102-E19D-029FAE24316B}"/>
              </a:ext>
            </a:extLst>
          </p:cNvPr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8;p15">
            <a:extLst>
              <a:ext uri="{FF2B5EF4-FFF2-40B4-BE49-F238E27FC236}">
                <a16:creationId xmlns:a16="http://schemas.microsoft.com/office/drawing/2014/main" id="{FD58CFA7-782A-6595-7FB4-49EB03F01BDA}"/>
              </a:ext>
            </a:extLst>
          </p:cNvPr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9;p15">
            <a:extLst>
              <a:ext uri="{FF2B5EF4-FFF2-40B4-BE49-F238E27FC236}">
                <a16:creationId xmlns:a16="http://schemas.microsoft.com/office/drawing/2014/main" id="{0DD516D9-53D9-3936-7917-B7209EC5063B}"/>
              </a:ext>
            </a:extLst>
          </p:cNvPr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70;p15">
            <a:extLst>
              <a:ext uri="{FF2B5EF4-FFF2-40B4-BE49-F238E27FC236}">
                <a16:creationId xmlns:a16="http://schemas.microsoft.com/office/drawing/2014/main" id="{D691ED96-A7F3-B425-4C6C-9276400ABAB7}"/>
              </a:ext>
            </a:extLst>
          </p:cNvPr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71;p15">
            <a:extLst>
              <a:ext uri="{FF2B5EF4-FFF2-40B4-BE49-F238E27FC236}">
                <a16:creationId xmlns:a16="http://schemas.microsoft.com/office/drawing/2014/main" id="{0180043A-5561-40A6-E53A-8A3772A1D401}"/>
              </a:ext>
            </a:extLst>
          </p:cNvPr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72;p15">
            <a:extLst>
              <a:ext uri="{FF2B5EF4-FFF2-40B4-BE49-F238E27FC236}">
                <a16:creationId xmlns:a16="http://schemas.microsoft.com/office/drawing/2014/main" id="{6D1E6220-5DE2-CC1A-302F-E97264BFF812}"/>
              </a:ext>
            </a:extLst>
          </p:cNvPr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3;p15">
            <a:extLst>
              <a:ext uri="{FF2B5EF4-FFF2-40B4-BE49-F238E27FC236}">
                <a16:creationId xmlns:a16="http://schemas.microsoft.com/office/drawing/2014/main" id="{A5C12714-840B-0AE2-8B43-0B6169D15EC1}"/>
              </a:ext>
            </a:extLst>
          </p:cNvPr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74;p15">
            <a:extLst>
              <a:ext uri="{FF2B5EF4-FFF2-40B4-BE49-F238E27FC236}">
                <a16:creationId xmlns:a16="http://schemas.microsoft.com/office/drawing/2014/main" id="{7E523F7A-C713-5144-95A7-913586955462}"/>
              </a:ext>
            </a:extLst>
          </p:cNvPr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5;p15">
            <a:extLst>
              <a:ext uri="{FF2B5EF4-FFF2-40B4-BE49-F238E27FC236}">
                <a16:creationId xmlns:a16="http://schemas.microsoft.com/office/drawing/2014/main" id="{74FA0D7B-C596-CF39-1FE6-8090D028B96E}"/>
              </a:ext>
            </a:extLst>
          </p:cNvPr>
          <p:cNvSpPr/>
          <p:nvPr/>
        </p:nvSpPr>
        <p:spPr>
          <a:xfrm>
            <a:off x="3197160" y="61262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6;p15">
            <a:extLst>
              <a:ext uri="{FF2B5EF4-FFF2-40B4-BE49-F238E27FC236}">
                <a16:creationId xmlns:a16="http://schemas.microsoft.com/office/drawing/2014/main" id="{8A331D4C-123A-A25C-541F-347498D596DD}"/>
              </a:ext>
            </a:extLst>
          </p:cNvPr>
          <p:cNvSpPr/>
          <p:nvPr/>
        </p:nvSpPr>
        <p:spPr>
          <a:xfrm>
            <a:off x="3197160" y="29906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7;p15">
            <a:extLst>
              <a:ext uri="{FF2B5EF4-FFF2-40B4-BE49-F238E27FC236}">
                <a16:creationId xmlns:a16="http://schemas.microsoft.com/office/drawing/2014/main" id="{145696A6-1A46-30E6-287C-5CC41E0BA21C}"/>
              </a:ext>
            </a:extLst>
          </p:cNvPr>
          <p:cNvSpPr/>
          <p:nvPr/>
        </p:nvSpPr>
        <p:spPr>
          <a:xfrm>
            <a:off x="3212280" y="45501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8;p15">
            <a:extLst>
              <a:ext uri="{FF2B5EF4-FFF2-40B4-BE49-F238E27FC236}">
                <a16:creationId xmlns:a16="http://schemas.microsoft.com/office/drawing/2014/main" id="{8F2509B9-D712-DA9F-3C29-C26E0A3B7021}"/>
              </a:ext>
            </a:extLst>
          </p:cNvPr>
          <p:cNvSpPr/>
          <p:nvPr/>
        </p:nvSpPr>
        <p:spPr>
          <a:xfrm>
            <a:off x="3197160" y="76857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9;p15">
            <a:extLst>
              <a:ext uri="{FF2B5EF4-FFF2-40B4-BE49-F238E27FC236}">
                <a16:creationId xmlns:a16="http://schemas.microsoft.com/office/drawing/2014/main" id="{2A69348F-7A11-9AF7-FCA2-1C84794985CB}"/>
              </a:ext>
            </a:extLst>
          </p:cNvPr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Google Shape;80;p15">
            <a:extLst>
              <a:ext uri="{FF2B5EF4-FFF2-40B4-BE49-F238E27FC236}">
                <a16:creationId xmlns:a16="http://schemas.microsoft.com/office/drawing/2014/main" id="{1B596C93-4924-1E07-D306-1EFED4C3F335}"/>
              </a:ext>
            </a:extLst>
          </p:cNvPr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" name="Google Shape;81;p15">
            <a:extLst>
              <a:ext uri="{FF2B5EF4-FFF2-40B4-BE49-F238E27FC236}">
                <a16:creationId xmlns:a16="http://schemas.microsoft.com/office/drawing/2014/main" id="{758EBD73-5904-BE17-CE5C-11157A860D5B}"/>
              </a:ext>
            </a:extLst>
          </p:cNvPr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" name="Google Shape;82;p15">
            <a:extLst>
              <a:ext uri="{FF2B5EF4-FFF2-40B4-BE49-F238E27FC236}">
                <a16:creationId xmlns:a16="http://schemas.microsoft.com/office/drawing/2014/main" id="{2EF90EAD-E09A-09F1-6CFD-0C5F93750774}"/>
              </a:ext>
            </a:extLst>
          </p:cNvPr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" name="Google Shape;83;p15">
            <a:extLst>
              <a:ext uri="{FF2B5EF4-FFF2-40B4-BE49-F238E27FC236}">
                <a16:creationId xmlns:a16="http://schemas.microsoft.com/office/drawing/2014/main" id="{B89CA18B-6E15-2C17-FC23-A1802B5F1F1C}"/>
              </a:ext>
            </a:extLst>
          </p:cNvPr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" name="Google Shape;84;p15">
            <a:extLst>
              <a:ext uri="{FF2B5EF4-FFF2-40B4-BE49-F238E27FC236}">
                <a16:creationId xmlns:a16="http://schemas.microsoft.com/office/drawing/2014/main" id="{1CF544BA-85EB-74E8-DAE4-0002F93A433B}"/>
              </a:ext>
            </a:extLst>
          </p:cNvPr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2" name="Google Shape;85;p15">
            <a:extLst>
              <a:ext uri="{FF2B5EF4-FFF2-40B4-BE49-F238E27FC236}">
                <a16:creationId xmlns:a16="http://schemas.microsoft.com/office/drawing/2014/main" id="{7B33B2C4-E50D-1FFB-E8CD-DA36684CA477}"/>
              </a:ext>
            </a:extLst>
          </p:cNvPr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" name="Google Shape;86;p15">
            <a:extLst>
              <a:ext uri="{FF2B5EF4-FFF2-40B4-BE49-F238E27FC236}">
                <a16:creationId xmlns:a16="http://schemas.microsoft.com/office/drawing/2014/main" id="{2AE5409F-69B6-4649-AFEA-7D1E5BC49935}"/>
              </a:ext>
            </a:extLst>
          </p:cNvPr>
          <p:cNvSpPr/>
          <p:nvPr/>
        </p:nvSpPr>
        <p:spPr>
          <a:xfrm>
            <a:off x="6395940" y="1257039"/>
            <a:ext cx="2436120" cy="38383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87;p15">
            <a:extLst>
              <a:ext uri="{FF2B5EF4-FFF2-40B4-BE49-F238E27FC236}">
                <a16:creationId xmlns:a16="http://schemas.microsoft.com/office/drawing/2014/main" id="{D2FD64A2-5902-1DED-1A12-E39816F23D40}"/>
              </a:ext>
            </a:extLst>
          </p:cNvPr>
          <p:cNvSpPr/>
          <p:nvPr/>
        </p:nvSpPr>
        <p:spPr>
          <a:xfrm>
            <a:off x="167400" y="6967080"/>
            <a:ext cx="2436120" cy="2775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Google Shape;91;p15">
            <a:extLst>
              <a:ext uri="{FF2B5EF4-FFF2-40B4-BE49-F238E27FC236}">
                <a16:creationId xmlns:a16="http://schemas.microsoft.com/office/drawing/2014/main" id="{4C65BD37-81C0-47D3-6A67-93FD39D0437D}"/>
              </a:ext>
            </a:extLst>
          </p:cNvPr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" name="Google Shape;92;p15">
            <a:extLst>
              <a:ext uri="{FF2B5EF4-FFF2-40B4-BE49-F238E27FC236}">
                <a16:creationId xmlns:a16="http://schemas.microsoft.com/office/drawing/2014/main" id="{FC97DB13-084A-552E-C143-4170FAFA9694}"/>
              </a:ext>
            </a:extLst>
          </p:cNvPr>
          <p:cNvSpPr/>
          <p:nvPr/>
        </p:nvSpPr>
        <p:spPr>
          <a:xfrm>
            <a:off x="6422220" y="6126258"/>
            <a:ext cx="2436120" cy="361642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Google Shape;86;p15">
            <a:extLst>
              <a:ext uri="{FF2B5EF4-FFF2-40B4-BE49-F238E27FC236}">
                <a16:creationId xmlns:a16="http://schemas.microsoft.com/office/drawing/2014/main" id="{001E0059-259A-66DA-E799-8AABAC94B755}"/>
              </a:ext>
            </a:extLst>
          </p:cNvPr>
          <p:cNvSpPr/>
          <p:nvPr/>
        </p:nvSpPr>
        <p:spPr>
          <a:xfrm>
            <a:off x="9366120" y="1257039"/>
            <a:ext cx="243612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82E5EF7-10FB-68EE-E3C3-B26DEE03B4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15995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Review and map the existing code related to machine efficiency and stats.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Google Shape;86;p15">
            <a:extLst>
              <a:ext uri="{FF2B5EF4-FFF2-40B4-BE49-F238E27FC236}">
                <a16:creationId xmlns:a16="http://schemas.microsoft.com/office/drawing/2014/main" id="{7314B7CC-911E-533D-9F2B-5F948B8BC3A6}"/>
              </a:ext>
            </a:extLst>
          </p:cNvPr>
          <p:cNvSpPr/>
          <p:nvPr/>
        </p:nvSpPr>
        <p:spPr>
          <a:xfrm>
            <a:off x="9366120" y="2623098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Identify the classes that could support upgrade levels or if there’s a need to create new ones/</a:t>
            </a: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16362786-391D-98EE-076F-370F4C765738}"/>
              </a:ext>
            </a:extLst>
          </p:cNvPr>
          <p:cNvSpPr/>
          <p:nvPr/>
        </p:nvSpPr>
        <p:spPr>
          <a:xfrm>
            <a:off x="9366120" y="4167817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Draft possible methods needed for implementing efficieny upgrades.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AA2BD56C-A5ED-E2F2-808E-789BE7DEEC04}"/>
              </a:ext>
            </a:extLst>
          </p:cNvPr>
          <p:cNvSpPr/>
          <p:nvPr/>
        </p:nvSpPr>
        <p:spPr>
          <a:xfrm>
            <a:off x="9366120" y="6126258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Review and map converyor related code, such as error detection.</a:t>
            </a:r>
          </a:p>
        </p:txBody>
      </p:sp>
      <p:sp>
        <p:nvSpPr>
          <p:cNvPr id="11" name="Google Shape;86;p15">
            <a:extLst>
              <a:ext uri="{FF2B5EF4-FFF2-40B4-BE49-F238E27FC236}">
                <a16:creationId xmlns:a16="http://schemas.microsoft.com/office/drawing/2014/main" id="{06F18741-AE20-2087-87D3-2EA540D1A810}"/>
              </a:ext>
            </a:extLst>
          </p:cNvPr>
          <p:cNvSpPr/>
          <p:nvPr/>
        </p:nvSpPr>
        <p:spPr>
          <a:xfrm>
            <a:off x="9366120" y="7581377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Locate where warnings and destination checks are currently handled</a:t>
            </a:r>
          </a:p>
        </p:txBody>
      </p:sp>
      <p:sp>
        <p:nvSpPr>
          <p:cNvPr id="12" name="Google Shape;86;p15">
            <a:extLst>
              <a:ext uri="{FF2B5EF4-FFF2-40B4-BE49-F238E27FC236}">
                <a16:creationId xmlns:a16="http://schemas.microsoft.com/office/drawing/2014/main" id="{1759E3BF-6FBC-BD3B-F69D-59DF7D43E2E1}"/>
              </a:ext>
            </a:extLst>
          </p:cNvPr>
          <p:cNvSpPr/>
          <p:nvPr/>
        </p:nvSpPr>
        <p:spPr>
          <a:xfrm>
            <a:off x="9366120" y="9036496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Define the structure and behavior of the new warning messages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90489301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156</TotalTime>
  <Words>1088</Words>
  <Application>Microsoft Office PowerPoint</Application>
  <PresentationFormat>Custom</PresentationFormat>
  <Paragraphs>279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Consolas</vt:lpstr>
      <vt:lpstr>Symbol</vt:lpstr>
      <vt:lpstr>Times New Roman</vt:lpstr>
      <vt:lpstr>Wingdings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Afonso Fernando Bras Rodriguez</cp:lastModifiedBy>
  <cp:revision>9</cp:revision>
  <dcterms:modified xsi:type="dcterms:W3CDTF">2025-11-11T11:14:07Z</dcterms:modified>
  <dc:language>pt-PT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Personalizados</vt:lpwstr>
  </property>
  <property fmtid="{D5CDD505-2E9C-101B-9397-08002B2CF9AE}" pid="4" name="Slides">
    <vt:i4>11</vt:i4>
  </property>
</Properties>
</file>