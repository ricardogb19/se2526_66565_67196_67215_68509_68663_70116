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8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29.xml.rels" ContentType="application/vnd.openxmlformats-package.relationships+xml"/>
  <Override PartName="/ppt/slides/_rels/slide4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26.xml" ContentType="application/vnd.openxmlformats-officedocument.presentationml.slide+xml"/>
  <Override PartName="/ppt/slides/slide1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24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25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notesSlides/_rels/notesSlide29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25.xml.rels" ContentType="application/vnd.openxmlformats-package.relationships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21599525" cy="10799763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pt-PT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mover o diapositivo</a:t>
            </a:r>
            <a:endParaRPr b="0" lang="pt-PT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das notas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A6FE105-A1C1-43E2-824F-9B20EF005923}" type="slidenum"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b="0" lang="pt-P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PlaceHolder 1"/>
          <p:cNvSpPr>
            <a:spLocks noGrp="1"/>
          </p:cNvSpPr>
          <p:nvPr>
            <p:ph type="sldImg"/>
          </p:nvPr>
        </p:nvSpPr>
        <p:spPr>
          <a:xfrm>
            <a:off x="171360" y="1336680"/>
            <a:ext cx="7215840" cy="3607200"/>
          </a:xfrm>
          <a:prstGeom prst="rect">
            <a:avLst/>
          </a:prstGeom>
          <a:ln w="0">
            <a:noFill/>
          </a:ln>
        </p:spPr>
      </p:sp>
      <p:sp>
        <p:nvSpPr>
          <p:cNvPr id="765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7280" cy="42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PlaceHolder 3"/>
          <p:cNvSpPr>
            <a:spLocks noGrp="1"/>
          </p:cNvSpPr>
          <p:nvPr>
            <p:ph type="sldNum" idx="15"/>
          </p:nvPr>
        </p:nvSpPr>
        <p:spPr>
          <a:xfrm>
            <a:off x="4281480" y="10155240"/>
            <a:ext cx="3275640" cy="53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404ED7C-6C07-43FD-B7B4-A71812E025FE}" type="slidenum"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b="0" lang="pt-P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PlaceHolder 1"/>
          <p:cNvSpPr>
            <a:spLocks noGrp="1"/>
          </p:cNvSpPr>
          <p:nvPr>
            <p:ph type="sldImg"/>
          </p:nvPr>
        </p:nvSpPr>
        <p:spPr>
          <a:xfrm>
            <a:off x="171360" y="1336680"/>
            <a:ext cx="7215840" cy="3607200"/>
          </a:xfrm>
          <a:prstGeom prst="rect">
            <a:avLst/>
          </a:prstGeom>
          <a:ln w="0">
            <a:noFill/>
          </a:ln>
        </p:spPr>
      </p:sp>
      <p:sp>
        <p:nvSpPr>
          <p:cNvPr id="768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7280" cy="42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PlaceHolder 3"/>
          <p:cNvSpPr>
            <a:spLocks noGrp="1"/>
          </p:cNvSpPr>
          <p:nvPr>
            <p:ph type="sldNum" idx="16"/>
          </p:nvPr>
        </p:nvSpPr>
        <p:spPr>
          <a:xfrm>
            <a:off x="4281480" y="10155240"/>
            <a:ext cx="3275640" cy="53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D16B930-BEC7-437F-8182-121920D0E890}" type="slidenum"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b="0" lang="pt-P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PlaceHolder 1"/>
          <p:cNvSpPr>
            <a:spLocks noGrp="1"/>
          </p:cNvSpPr>
          <p:nvPr>
            <p:ph type="sldImg"/>
          </p:nvPr>
        </p:nvSpPr>
        <p:spPr>
          <a:xfrm>
            <a:off x="171360" y="1336680"/>
            <a:ext cx="7215840" cy="3607200"/>
          </a:xfrm>
          <a:prstGeom prst="rect">
            <a:avLst/>
          </a:prstGeom>
          <a:ln w="0">
            <a:noFill/>
          </a:ln>
        </p:spPr>
      </p:sp>
      <p:sp>
        <p:nvSpPr>
          <p:cNvPr id="771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7280" cy="42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PlaceHolder 3"/>
          <p:cNvSpPr>
            <a:spLocks noGrp="1"/>
          </p:cNvSpPr>
          <p:nvPr>
            <p:ph type="sldNum" idx="17"/>
          </p:nvPr>
        </p:nvSpPr>
        <p:spPr>
          <a:xfrm>
            <a:off x="4281480" y="10155240"/>
            <a:ext cx="3275640" cy="53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5BFE5B8-944D-49BA-9926-16D7EEB59A73}" type="slidenum"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b="0" lang="pt-P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PlaceHolder 1"/>
          <p:cNvSpPr>
            <a:spLocks noGrp="1"/>
          </p:cNvSpPr>
          <p:nvPr>
            <p:ph type="sldImg"/>
          </p:nvPr>
        </p:nvSpPr>
        <p:spPr>
          <a:xfrm>
            <a:off x="171360" y="1336680"/>
            <a:ext cx="7215840" cy="3607200"/>
          </a:xfrm>
          <a:prstGeom prst="rect">
            <a:avLst/>
          </a:prstGeom>
          <a:ln w="0">
            <a:noFill/>
          </a:ln>
        </p:spPr>
      </p:sp>
      <p:sp>
        <p:nvSpPr>
          <p:cNvPr id="774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7280" cy="42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PlaceHolder 3"/>
          <p:cNvSpPr>
            <a:spLocks noGrp="1"/>
          </p:cNvSpPr>
          <p:nvPr>
            <p:ph type="sldNum" idx="18"/>
          </p:nvPr>
        </p:nvSpPr>
        <p:spPr>
          <a:xfrm>
            <a:off x="4281480" y="10155240"/>
            <a:ext cx="3275640" cy="53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62DC55-3C80-45EA-9279-3B96EBB53404}" type="slidenum"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b="0" lang="pt-P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58120" y="945360"/>
            <a:ext cx="15039720" cy="8587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4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b="0" lang="pt-PT" sz="4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b="0" lang="pt-PT" sz="4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title text </a:t>
            </a:r>
            <a:r>
              <a:rPr b="0" lang="pt-PT" sz="4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pt-PT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AB4B82A-D4E0-4159-9F12-DE03820FDB17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6;p9"/>
          <p:cNvSpPr/>
          <p:nvPr/>
        </p:nvSpPr>
        <p:spPr>
          <a:xfrm>
            <a:off x="10800000" y="-360"/>
            <a:ext cx="10797840" cy="107978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27120" y="2589480"/>
            <a:ext cx="9553680" cy="31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4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b="0" lang="pt-PT" sz="4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b="0" lang="pt-PT" sz="4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title text </a:t>
            </a:r>
            <a:r>
              <a:rPr b="0" lang="pt-PT" sz="4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pt-PT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11667960" y="1520280"/>
            <a:ext cx="9061920" cy="77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sldNum" idx="2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4ADE6E-6EB9-4D32-B2D1-0C453BEAE552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body"/>
          </p:nvPr>
        </p:nvSpPr>
        <p:spPr>
          <a:xfrm>
            <a:off x="736200" y="8883000"/>
            <a:ext cx="14168520" cy="126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400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3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296D9AE-6A15-4A2C-8A07-E847122531A4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736200" y="1563480"/>
            <a:ext cx="20125440" cy="430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5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b="0" lang="pt-PT" sz="5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b="0" lang="pt-PT" sz="5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title </a:t>
            </a:r>
            <a:r>
              <a:rPr b="0" lang="pt-PT" sz="5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text </a:t>
            </a:r>
            <a:r>
              <a:rPr b="0" lang="pt-PT" sz="5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pt-PT" sz="5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4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A81D4A-2BFE-4DB0-816C-BDB93DC26B8F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079640" y="2526840"/>
            <a:ext cx="19437480" cy="6261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736200" y="2322720"/>
            <a:ext cx="20125440" cy="412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12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</a:t>
            </a:r>
            <a:r>
              <a:rPr b="0" lang="pt-PT" sz="12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%</a:t>
            </a:r>
            <a:endParaRPr b="0" lang="pt-PT" sz="1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36200" y="6618960"/>
            <a:ext cx="20125440" cy="272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sldNum" idx="5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394355-593B-4659-80A1-C294DC131D4A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Num" idx="6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BFA1E8-B334-4332-BDFE-3F85E824900F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5440" cy="120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9446400" cy="717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1415240" y="2419920"/>
            <a:ext cx="9446400" cy="717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sldNum" idx="7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B5039A2-129B-483C-A66F-A2B395603F1E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736200" y="4516200"/>
            <a:ext cx="20125440" cy="176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8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8CBBC14-0E95-4DF1-8445-FFFD5A67313B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5440" cy="120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20125440" cy="717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sldNum" idx="9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163804-46E7-4A35-8854-9EC0A7896430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5440" cy="120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ldNum" idx="10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012A86A-A276-4451-AE1D-1E7CB327D71F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6200" y="1166760"/>
            <a:ext cx="6630840" cy="158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6200" y="2917800"/>
            <a:ext cx="6630840" cy="667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sldNum" idx="11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BA36230-C02B-4919-9F73-5CE7DD97798A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54;p13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7840" cy="10797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" name="Google Shape;55;p13" descr=""/>
          <p:cNvPicPr/>
          <p:nvPr/>
        </p:nvPicPr>
        <p:blipFill>
          <a:blip r:embed="rId2"/>
          <a:stretch/>
        </p:blipFill>
        <p:spPr>
          <a:xfrm>
            <a:off x="859680" y="4015080"/>
            <a:ext cx="19878120" cy="2767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60;p14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7840" cy="1079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Google Shape;61;p14"/>
          <p:cNvSpPr txBox="1"/>
          <p:nvPr/>
        </p:nvSpPr>
        <p:spPr>
          <a:xfrm>
            <a:off x="814320" y="3300840"/>
            <a:ext cx="19969200" cy="4196520"/>
          </a:xfrm>
          <a:prstGeom prst="rect">
            <a:avLst/>
          </a:prstGeom>
        </p:spPr>
        <p:txBody>
          <a:bodyPr wrap="none" lIns="433440" rIns="43344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1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oogle Shape;66;p1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0" name="Google Shape;67;p1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68;p1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69;p1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0;p1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1;p1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2;p1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3;p1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Google Shape;74;p1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Google Shape;75;p15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Google Shape;76;p15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77;p15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Google Shape;78;p15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Google Shape;79;p1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" name="Google Shape;80;p1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4" name="Google Shape;81;p1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5" name="Google Shape;82;p1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6" name="Google Shape;83;p1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7" name="Google Shape;84;p1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8" name="Google Shape;85;p1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9" name="Google Shape;86;p15"/>
          <p:cNvSpPr/>
          <p:nvPr/>
        </p:nvSpPr>
        <p:spPr>
          <a:xfrm>
            <a:off x="167400" y="801720"/>
            <a:ext cx="2408760" cy="2638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Google Shape;87;p15"/>
          <p:cNvSpPr/>
          <p:nvPr/>
        </p:nvSpPr>
        <p:spPr>
          <a:xfrm>
            <a:off x="141120" y="7302600"/>
            <a:ext cx="2435040" cy="2774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1" name="Google Shape;91;p1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2" name="Google Shape;92;p15"/>
          <p:cNvSpPr/>
          <p:nvPr/>
        </p:nvSpPr>
        <p:spPr>
          <a:xfrm>
            <a:off x="167400" y="3894840"/>
            <a:ext cx="2435040" cy="2940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" name="Google Shape;97;p16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4" name="Google Shape;98;p16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99;p16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0;p16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101;p16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102;p16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103;p16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04;p16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05;p16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106;p16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107;p16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108;p16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Google Shape;109;p16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Google Shape;110;p16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" name="Google Shape;111;p16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8" name="Google Shape;112;p16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9" name="Google Shape;113;p16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80" name="Google Shape;114;p16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81" name="Google Shape;115;p16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82" name="Google Shape;116;p16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83" name="Google Shape;117;p16"/>
          <p:cNvSpPr/>
          <p:nvPr/>
        </p:nvSpPr>
        <p:spPr>
          <a:xfrm>
            <a:off x="16740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118;p16"/>
          <p:cNvSpPr/>
          <p:nvPr/>
        </p:nvSpPr>
        <p:spPr>
          <a:xfrm>
            <a:off x="628164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Google Shape;119;p16"/>
          <p:cNvSpPr/>
          <p:nvPr/>
        </p:nvSpPr>
        <p:spPr>
          <a:xfrm>
            <a:off x="1239552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20;p16"/>
          <p:cNvSpPr/>
          <p:nvPr/>
        </p:nvSpPr>
        <p:spPr>
          <a:xfrm>
            <a:off x="6281640" y="404280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21;p16"/>
          <p:cNvSpPr/>
          <p:nvPr/>
        </p:nvSpPr>
        <p:spPr>
          <a:xfrm>
            <a:off x="15426000" y="39535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8" name="Google Shape;122;p16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9" name="Google Shape;123;p16"/>
          <p:cNvSpPr/>
          <p:nvPr/>
        </p:nvSpPr>
        <p:spPr>
          <a:xfrm>
            <a:off x="140760" y="268704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" name="Google Shape;128;p17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91" name="Google Shape;129;p17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30;p17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131;p17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132;p17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3;p17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134;p17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35;p17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Google Shape;136;p17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137;p17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Google Shape;138;p17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139;p17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140;p17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41;p17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" name="Google Shape;142;p17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5" name="Google Shape;143;p17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6" name="Google Shape;144;p17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7" name="Google Shape;145;p17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8" name="Google Shape;146;p17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9" name="Google Shape;147;p17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10" name="Google Shape;148;p17"/>
          <p:cNvSpPr/>
          <p:nvPr/>
        </p:nvSpPr>
        <p:spPr>
          <a:xfrm>
            <a:off x="16740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149;p17"/>
          <p:cNvSpPr/>
          <p:nvPr/>
        </p:nvSpPr>
        <p:spPr>
          <a:xfrm>
            <a:off x="628164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150;p17"/>
          <p:cNvSpPr/>
          <p:nvPr/>
        </p:nvSpPr>
        <p:spPr>
          <a:xfrm>
            <a:off x="1553256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51;p17"/>
          <p:cNvSpPr/>
          <p:nvPr/>
        </p:nvSpPr>
        <p:spPr>
          <a:xfrm>
            <a:off x="6281640" y="404280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52;p17"/>
          <p:cNvSpPr/>
          <p:nvPr/>
        </p:nvSpPr>
        <p:spPr>
          <a:xfrm>
            <a:off x="15426000" y="39535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5" name="Google Shape;153;p17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6" name="Google Shape;154;p17"/>
          <p:cNvSpPr/>
          <p:nvPr/>
        </p:nvSpPr>
        <p:spPr>
          <a:xfrm>
            <a:off x="140760" y="268704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Google Shape;159;p18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8" name="Google Shape;160;p18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61;p18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62;p18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63;p18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64;p18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65;p18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166;p18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Google Shape;167;p18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Google Shape;168;p18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169;p18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170;p18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171;p18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172;p18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1" name="Google Shape;173;p18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2" name="Google Shape;174;p18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3" name="Google Shape;175;p18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4" name="Google Shape;176;p18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5" name="Google Shape;177;p18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6" name="Google Shape;178;p18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37" name="Google Shape;179;p18"/>
          <p:cNvSpPr/>
          <p:nvPr/>
        </p:nvSpPr>
        <p:spPr>
          <a:xfrm>
            <a:off x="16740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180;p18"/>
          <p:cNvSpPr/>
          <p:nvPr/>
        </p:nvSpPr>
        <p:spPr>
          <a:xfrm>
            <a:off x="628164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181;p18"/>
          <p:cNvSpPr/>
          <p:nvPr/>
        </p:nvSpPr>
        <p:spPr>
          <a:xfrm>
            <a:off x="1553256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182;p18"/>
          <p:cNvSpPr/>
          <p:nvPr/>
        </p:nvSpPr>
        <p:spPr>
          <a:xfrm>
            <a:off x="6281640" y="404280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183;p18"/>
          <p:cNvSpPr/>
          <p:nvPr/>
        </p:nvSpPr>
        <p:spPr>
          <a:xfrm>
            <a:off x="12395880" y="39535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2" name="Google Shape;184;p18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43" name="Google Shape;185;p18"/>
          <p:cNvSpPr/>
          <p:nvPr/>
        </p:nvSpPr>
        <p:spPr>
          <a:xfrm>
            <a:off x="140760" y="268704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4" name="Google Shape;190;p19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45" name="Google Shape;191;p19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192;p19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193;p19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194;p19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195;p19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196;p19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197;p19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Google Shape;198;p19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199;p19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Google Shape;200;p19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Google Shape;201;p19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Google Shape;202;p19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Google Shape;203;p19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8" name="Google Shape;204;p19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9" name="Google Shape;205;p19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60" name="Google Shape;206;p19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61" name="Google Shape;207;p19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62" name="Google Shape;208;p19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63" name="Google Shape;209;p19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64" name="Google Shape;210;p19"/>
          <p:cNvSpPr/>
          <p:nvPr/>
        </p:nvSpPr>
        <p:spPr>
          <a:xfrm>
            <a:off x="16740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Google Shape;211;p19"/>
          <p:cNvSpPr/>
          <p:nvPr/>
        </p:nvSpPr>
        <p:spPr>
          <a:xfrm>
            <a:off x="628164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Google Shape;212;p19"/>
          <p:cNvSpPr/>
          <p:nvPr/>
        </p:nvSpPr>
        <p:spPr>
          <a:xfrm>
            <a:off x="1866888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Google Shape;213;p19"/>
          <p:cNvSpPr/>
          <p:nvPr/>
        </p:nvSpPr>
        <p:spPr>
          <a:xfrm>
            <a:off x="6281640" y="404280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Google Shape;214;p19"/>
          <p:cNvSpPr/>
          <p:nvPr/>
        </p:nvSpPr>
        <p:spPr>
          <a:xfrm>
            <a:off x="12395880" y="39535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9" name="Google Shape;215;p19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70" name="Google Shape;216;p19"/>
          <p:cNvSpPr/>
          <p:nvPr/>
        </p:nvSpPr>
        <p:spPr>
          <a:xfrm>
            <a:off x="140760" y="268704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221;p20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7840" cy="1079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Google Shape;222;p20"/>
          <p:cNvSpPr txBox="1"/>
          <p:nvPr/>
        </p:nvSpPr>
        <p:spPr>
          <a:xfrm>
            <a:off x="814320" y="3300840"/>
            <a:ext cx="19955520" cy="4196520"/>
          </a:xfrm>
          <a:prstGeom prst="rect">
            <a:avLst/>
          </a:prstGeom>
        </p:spPr>
        <p:txBody>
          <a:bodyPr wrap="none" lIns="433440" rIns="43344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2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3" name="Google Shape;66;p1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74" name="Google Shape;67;p1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68;p1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69;p1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70;p1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Google Shape;71;p1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Google Shape;72;p1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73;p1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Google Shape;74;p1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Google Shape;75;p15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Google Shape;76;p15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Google Shape;77;p15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Google Shape;78;p15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Google Shape;79;p1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7" name="Google Shape;80;p1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8" name="Google Shape;81;p1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9" name="Google Shape;82;p1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90" name="Google Shape;83;p1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91" name="Google Shape;84;p1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92" name="Google Shape;85;p1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93" name="Google Shape;86;p15"/>
          <p:cNvSpPr/>
          <p:nvPr/>
        </p:nvSpPr>
        <p:spPr>
          <a:xfrm>
            <a:off x="167400" y="801720"/>
            <a:ext cx="2408760" cy="263844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4" name="Google Shape;91;p1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95" name="Google Shape;92;p15"/>
          <p:cNvSpPr/>
          <p:nvPr/>
        </p:nvSpPr>
        <p:spPr>
          <a:xfrm>
            <a:off x="167400" y="3894840"/>
            <a:ext cx="2435040" cy="263844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Google Shape;87;p15"/>
          <p:cNvSpPr/>
          <p:nvPr/>
        </p:nvSpPr>
        <p:spPr>
          <a:xfrm>
            <a:off x="29520" y="138564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Google Shape;87;p15"/>
          <p:cNvSpPr/>
          <p:nvPr/>
        </p:nvSpPr>
        <p:spPr>
          <a:xfrm>
            <a:off x="984600" y="148068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8" name="Google Shape;66;p1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99" name="Google Shape;67;p1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Google Shape;68;p1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Google Shape;69;p1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70;p1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71;p1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Google Shape;72;p1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73;p1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Google Shape;74;p1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Google Shape;75;p15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Google Shape;76;p15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Google Shape;77;p15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Google Shape;78;p15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Google Shape;79;p1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2" name="Google Shape;80;p1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3" name="Google Shape;81;p1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4" name="Google Shape;82;p1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5" name="Google Shape;83;p1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6" name="Google Shape;84;p1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7" name="Google Shape;85;p1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18" name="Google Shape;86;p15"/>
          <p:cNvSpPr/>
          <p:nvPr/>
        </p:nvSpPr>
        <p:spPr>
          <a:xfrm>
            <a:off x="6235200" y="1330920"/>
            <a:ext cx="2408760" cy="407484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9" name="Google Shape;91;p1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20" name="Google Shape;92;p15"/>
          <p:cNvSpPr/>
          <p:nvPr/>
        </p:nvSpPr>
        <p:spPr>
          <a:xfrm>
            <a:off x="6240960" y="6022080"/>
            <a:ext cx="2435040" cy="4174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87;p15"/>
          <p:cNvSpPr/>
          <p:nvPr/>
        </p:nvSpPr>
        <p:spPr>
          <a:xfrm>
            <a:off x="12691080" y="71964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Google Shape;87;p15"/>
          <p:cNvSpPr/>
          <p:nvPr/>
        </p:nvSpPr>
        <p:spPr>
          <a:xfrm>
            <a:off x="9609840" y="68004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87;p15"/>
          <p:cNvSpPr/>
          <p:nvPr/>
        </p:nvSpPr>
        <p:spPr>
          <a:xfrm>
            <a:off x="12691080" y="212220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87;p15"/>
          <p:cNvSpPr/>
          <p:nvPr/>
        </p:nvSpPr>
        <p:spPr>
          <a:xfrm>
            <a:off x="12691080" y="337212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Google Shape;87;p15"/>
          <p:cNvSpPr/>
          <p:nvPr/>
        </p:nvSpPr>
        <p:spPr>
          <a:xfrm>
            <a:off x="12691080" y="500616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87;p15"/>
          <p:cNvSpPr/>
          <p:nvPr/>
        </p:nvSpPr>
        <p:spPr>
          <a:xfrm>
            <a:off x="12663360" y="663192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Google Shape;87;p15"/>
          <p:cNvSpPr/>
          <p:nvPr/>
        </p:nvSpPr>
        <p:spPr>
          <a:xfrm>
            <a:off x="12663360" y="827640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Google Shape;87;p15"/>
          <p:cNvSpPr/>
          <p:nvPr/>
        </p:nvSpPr>
        <p:spPr>
          <a:xfrm>
            <a:off x="9609840" y="228312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87;p15"/>
          <p:cNvSpPr/>
          <p:nvPr/>
        </p:nvSpPr>
        <p:spPr>
          <a:xfrm>
            <a:off x="9609840" y="378216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87;p15"/>
          <p:cNvSpPr/>
          <p:nvPr/>
        </p:nvSpPr>
        <p:spPr>
          <a:xfrm>
            <a:off x="9621000" y="520704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Google Shape;87;p15"/>
          <p:cNvSpPr/>
          <p:nvPr/>
        </p:nvSpPr>
        <p:spPr>
          <a:xfrm>
            <a:off x="9609840" y="672552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Google Shape;87;p15"/>
          <p:cNvSpPr/>
          <p:nvPr/>
        </p:nvSpPr>
        <p:spPr>
          <a:xfrm>
            <a:off x="9582120" y="830160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3" name="Google Shape;66;p1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34" name="Google Shape;67;p1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Google Shape;68;p1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Google Shape;69;p1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Google Shape;70;p1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71;p1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Google Shape;72;p1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73;p1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Google Shape;74;p1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Google Shape;75;p15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Google Shape;76;p15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Google Shape;77;p15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Google Shape;78;p15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Google Shape;79;p1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7" name="Google Shape;80;p1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8" name="Google Shape;81;p1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9" name="Google Shape;82;p1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50" name="Google Shape;83;p1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51" name="Google Shape;84;p1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52" name="Google Shape;85;p1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53" name="Google Shape;86;p15"/>
          <p:cNvSpPr/>
          <p:nvPr/>
        </p:nvSpPr>
        <p:spPr>
          <a:xfrm>
            <a:off x="6235200" y="1330920"/>
            <a:ext cx="2408760" cy="407484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4" name="Google Shape;91;p1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55" name="Google Shape;92;p15"/>
          <p:cNvSpPr/>
          <p:nvPr/>
        </p:nvSpPr>
        <p:spPr>
          <a:xfrm>
            <a:off x="6240960" y="6022080"/>
            <a:ext cx="2435040" cy="4174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87;p15"/>
          <p:cNvSpPr/>
          <p:nvPr/>
        </p:nvSpPr>
        <p:spPr>
          <a:xfrm>
            <a:off x="19018800" y="68004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Google Shape;87;p15"/>
          <p:cNvSpPr/>
          <p:nvPr/>
        </p:nvSpPr>
        <p:spPr>
          <a:xfrm>
            <a:off x="12657600" y="73764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Google Shape;87;p15"/>
          <p:cNvSpPr/>
          <p:nvPr/>
        </p:nvSpPr>
        <p:spPr>
          <a:xfrm>
            <a:off x="19018800" y="208260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87;p15"/>
          <p:cNvSpPr/>
          <p:nvPr/>
        </p:nvSpPr>
        <p:spPr>
          <a:xfrm>
            <a:off x="19018800" y="333216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87;p15"/>
          <p:cNvSpPr/>
          <p:nvPr/>
        </p:nvSpPr>
        <p:spPr>
          <a:xfrm>
            <a:off x="19018800" y="496656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87;p15"/>
          <p:cNvSpPr/>
          <p:nvPr/>
        </p:nvSpPr>
        <p:spPr>
          <a:xfrm>
            <a:off x="18991080" y="659232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Google Shape;87;p15"/>
          <p:cNvSpPr/>
          <p:nvPr/>
        </p:nvSpPr>
        <p:spPr>
          <a:xfrm>
            <a:off x="18991080" y="823644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Google Shape;87;p15"/>
          <p:cNvSpPr/>
          <p:nvPr/>
        </p:nvSpPr>
        <p:spPr>
          <a:xfrm>
            <a:off x="12657600" y="234072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Google Shape;87;p15"/>
          <p:cNvSpPr/>
          <p:nvPr/>
        </p:nvSpPr>
        <p:spPr>
          <a:xfrm>
            <a:off x="12657600" y="383976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Google Shape;87;p15"/>
          <p:cNvSpPr/>
          <p:nvPr/>
        </p:nvSpPr>
        <p:spPr>
          <a:xfrm>
            <a:off x="12668400" y="526464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Google Shape;87;p15"/>
          <p:cNvSpPr/>
          <p:nvPr/>
        </p:nvSpPr>
        <p:spPr>
          <a:xfrm>
            <a:off x="12657600" y="678312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Google Shape;87;p15"/>
          <p:cNvSpPr/>
          <p:nvPr/>
        </p:nvSpPr>
        <p:spPr>
          <a:xfrm>
            <a:off x="12629880" y="835884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21;p 1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7840" cy="1079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Google Shape;222;p 1"/>
          <p:cNvSpPr txBox="1"/>
          <p:nvPr/>
        </p:nvSpPr>
        <p:spPr>
          <a:xfrm>
            <a:off x="814320" y="3300840"/>
            <a:ext cx="19955520" cy="4196520"/>
          </a:xfrm>
          <a:prstGeom prst="rect">
            <a:avLst/>
          </a:prstGeom>
        </p:spPr>
        <p:txBody>
          <a:bodyPr wrap="none" lIns="433440" rIns="43344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3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0" name="Google Shape;66;p 1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71" name="Google Shape;67;p 1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Google Shape;68;p 1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69;p 1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Google Shape;70;p 1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71;p 1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72;p 1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Google Shape;73;p 1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Google Shape;74;p 1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Google Shape;75;p 1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Google Shape;76;p 1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Google Shape;77;p 1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Google Shape;78;p 1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Google Shape;79;p 1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4" name="Google Shape;80;p 1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5" name="Google Shape;81;p 1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6" name="Google Shape;82;p 1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7" name="Google Shape;83;p 1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8" name="Google Shape;84;p 1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9" name="Google Shape;85;p 1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90" name="Google Shape;86;p 1"/>
          <p:cNvSpPr/>
          <p:nvPr/>
        </p:nvSpPr>
        <p:spPr>
          <a:xfrm>
            <a:off x="6235200" y="970920"/>
            <a:ext cx="2408760" cy="892728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1" name="Google Shape;91;p 1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92" name="Google Shape;87;p 1"/>
          <p:cNvSpPr/>
          <p:nvPr/>
        </p:nvSpPr>
        <p:spPr>
          <a:xfrm>
            <a:off x="18838800" y="122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Google Shape;87;p 12"/>
          <p:cNvSpPr/>
          <p:nvPr/>
        </p:nvSpPr>
        <p:spPr>
          <a:xfrm>
            <a:off x="12600000" y="9075960"/>
            <a:ext cx="1873800" cy="171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Google Shape;87;p 3"/>
          <p:cNvSpPr/>
          <p:nvPr/>
        </p:nvSpPr>
        <p:spPr>
          <a:xfrm>
            <a:off x="18900000" y="284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Google Shape;87;p 4"/>
          <p:cNvSpPr/>
          <p:nvPr/>
        </p:nvSpPr>
        <p:spPr>
          <a:xfrm>
            <a:off x="18838800" y="428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Google Shape;87;p 6"/>
          <p:cNvSpPr/>
          <p:nvPr/>
        </p:nvSpPr>
        <p:spPr>
          <a:xfrm>
            <a:off x="18838800" y="594000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Google Shape;87;p 7"/>
          <p:cNvSpPr/>
          <p:nvPr/>
        </p:nvSpPr>
        <p:spPr>
          <a:xfrm>
            <a:off x="18838800" y="752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Google Shape;87;p 14"/>
          <p:cNvSpPr/>
          <p:nvPr/>
        </p:nvSpPr>
        <p:spPr>
          <a:xfrm>
            <a:off x="18838800" y="914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Google Shape;87;p 15"/>
          <p:cNvSpPr/>
          <p:nvPr/>
        </p:nvSpPr>
        <p:spPr>
          <a:xfrm>
            <a:off x="12600360" y="7200000"/>
            <a:ext cx="1873800" cy="171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87;p 11"/>
          <p:cNvSpPr/>
          <p:nvPr/>
        </p:nvSpPr>
        <p:spPr>
          <a:xfrm>
            <a:off x="12657600" y="5478840"/>
            <a:ext cx="1873800" cy="171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Google Shape;87;p 2"/>
          <p:cNvSpPr/>
          <p:nvPr/>
        </p:nvSpPr>
        <p:spPr>
          <a:xfrm>
            <a:off x="12704400" y="3780000"/>
            <a:ext cx="1873800" cy="171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Google Shape;87;p 8"/>
          <p:cNvSpPr/>
          <p:nvPr/>
        </p:nvSpPr>
        <p:spPr>
          <a:xfrm>
            <a:off x="12704400" y="2238840"/>
            <a:ext cx="1873800" cy="171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Google Shape;87;p 9"/>
          <p:cNvSpPr/>
          <p:nvPr/>
        </p:nvSpPr>
        <p:spPr>
          <a:xfrm>
            <a:off x="12600000" y="618840"/>
            <a:ext cx="1873800" cy="171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4" name="Google Shape;66;p 2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05" name="Google Shape;67;p 2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68;p 2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Google Shape;69;p 2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Google Shape;70;p 2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Google Shape;71;p 2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Google Shape;72;p 2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Google Shape;73;p 2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Google Shape;74;p 2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Google Shape;75;p 2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Google Shape;76;p 2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Google Shape;77;p 2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Google Shape;78;p 2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Google Shape;79;p 2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8" name="Google Shape;80;p 2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9" name="Google Shape;81;p 2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20" name="Google Shape;82;p 2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21" name="Google Shape;83;p 2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22" name="Google Shape;84;p 2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23" name="Google Shape;85;p 2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24" name="Google Shape;86;p 2"/>
          <p:cNvSpPr/>
          <p:nvPr/>
        </p:nvSpPr>
        <p:spPr>
          <a:xfrm>
            <a:off x="6235200" y="970920"/>
            <a:ext cx="2408760" cy="946764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5" name="Google Shape;91;p 2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26" name="Google Shape;87;p 5"/>
          <p:cNvSpPr/>
          <p:nvPr/>
        </p:nvSpPr>
        <p:spPr>
          <a:xfrm>
            <a:off x="18838800" y="122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Google Shape;87;p 10"/>
          <p:cNvSpPr/>
          <p:nvPr/>
        </p:nvSpPr>
        <p:spPr>
          <a:xfrm>
            <a:off x="12539160" y="8869680"/>
            <a:ext cx="2158560" cy="1182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Google Shape;87;p 13"/>
          <p:cNvSpPr/>
          <p:nvPr/>
        </p:nvSpPr>
        <p:spPr>
          <a:xfrm>
            <a:off x="18900000" y="284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Google Shape;87;p 16"/>
          <p:cNvSpPr/>
          <p:nvPr/>
        </p:nvSpPr>
        <p:spPr>
          <a:xfrm>
            <a:off x="18838800" y="428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Google Shape;87;p 17"/>
          <p:cNvSpPr/>
          <p:nvPr/>
        </p:nvSpPr>
        <p:spPr>
          <a:xfrm>
            <a:off x="18838800" y="594000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Google Shape;87;p 18"/>
          <p:cNvSpPr/>
          <p:nvPr/>
        </p:nvSpPr>
        <p:spPr>
          <a:xfrm>
            <a:off x="18838800" y="752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Google Shape;87;p 19"/>
          <p:cNvSpPr/>
          <p:nvPr/>
        </p:nvSpPr>
        <p:spPr>
          <a:xfrm>
            <a:off x="18838800" y="914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Google Shape;87;p 20"/>
          <p:cNvSpPr/>
          <p:nvPr/>
        </p:nvSpPr>
        <p:spPr>
          <a:xfrm>
            <a:off x="12600360" y="7560000"/>
            <a:ext cx="1873800" cy="728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Google Shape;87;p 22"/>
          <p:cNvSpPr/>
          <p:nvPr/>
        </p:nvSpPr>
        <p:spPr>
          <a:xfrm>
            <a:off x="12704400" y="3960000"/>
            <a:ext cx="1873800" cy="1438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Google Shape;87;p 23"/>
          <p:cNvSpPr/>
          <p:nvPr/>
        </p:nvSpPr>
        <p:spPr>
          <a:xfrm>
            <a:off x="12704400" y="2637000"/>
            <a:ext cx="1873800" cy="961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Google Shape;87;p 24"/>
          <p:cNvSpPr/>
          <p:nvPr/>
        </p:nvSpPr>
        <p:spPr>
          <a:xfrm>
            <a:off x="12704760" y="979200"/>
            <a:ext cx="1873800" cy="135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Google Shape;87;p 25"/>
          <p:cNvSpPr/>
          <p:nvPr/>
        </p:nvSpPr>
        <p:spPr>
          <a:xfrm>
            <a:off x="15840000" y="9000000"/>
            <a:ext cx="1873800" cy="1078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Google Shape;87;p 26"/>
          <p:cNvSpPr/>
          <p:nvPr/>
        </p:nvSpPr>
        <p:spPr>
          <a:xfrm>
            <a:off x="15840000" y="7380000"/>
            <a:ext cx="1873800" cy="117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Google Shape;87;p 27"/>
          <p:cNvSpPr/>
          <p:nvPr/>
        </p:nvSpPr>
        <p:spPr>
          <a:xfrm>
            <a:off x="15764760" y="5400000"/>
            <a:ext cx="1873800" cy="171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Google Shape;87;p 28"/>
          <p:cNvSpPr/>
          <p:nvPr/>
        </p:nvSpPr>
        <p:spPr>
          <a:xfrm>
            <a:off x="15764760" y="4140000"/>
            <a:ext cx="1873800" cy="99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Google Shape;87;p 29"/>
          <p:cNvSpPr/>
          <p:nvPr/>
        </p:nvSpPr>
        <p:spPr>
          <a:xfrm>
            <a:off x="15764760" y="2520000"/>
            <a:ext cx="1873800" cy="1078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87;p 30"/>
          <p:cNvSpPr/>
          <p:nvPr/>
        </p:nvSpPr>
        <p:spPr>
          <a:xfrm>
            <a:off x="15764760" y="1159200"/>
            <a:ext cx="1873800" cy="99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Google Shape;87;p 21"/>
          <p:cNvSpPr/>
          <p:nvPr/>
        </p:nvSpPr>
        <p:spPr>
          <a:xfrm>
            <a:off x="9540000" y="1080000"/>
            <a:ext cx="1873800" cy="961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Google Shape;87;p 31"/>
          <p:cNvSpPr/>
          <p:nvPr/>
        </p:nvSpPr>
        <p:spPr>
          <a:xfrm>
            <a:off x="9540000" y="2700000"/>
            <a:ext cx="1873800" cy="961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Google Shape;87;p 32"/>
          <p:cNvSpPr/>
          <p:nvPr/>
        </p:nvSpPr>
        <p:spPr>
          <a:xfrm>
            <a:off x="9540000" y="4320000"/>
            <a:ext cx="1873800" cy="961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Google Shape;87;p 33"/>
          <p:cNvSpPr/>
          <p:nvPr/>
        </p:nvSpPr>
        <p:spPr>
          <a:xfrm>
            <a:off x="9644760" y="5877000"/>
            <a:ext cx="1873800" cy="961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Google Shape;87;p 34"/>
          <p:cNvSpPr/>
          <p:nvPr/>
        </p:nvSpPr>
        <p:spPr>
          <a:xfrm>
            <a:off x="9720000" y="7380000"/>
            <a:ext cx="1873800" cy="961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Google Shape;87;p 35"/>
          <p:cNvSpPr/>
          <p:nvPr/>
        </p:nvSpPr>
        <p:spPr>
          <a:xfrm>
            <a:off x="9824760" y="9117000"/>
            <a:ext cx="1873800" cy="961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9" name="Google Shape;66;p 3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50" name="Google Shape;67;p 3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Google Shape;68;p 3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Google Shape;69;p 3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Google Shape;70;p 3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Google Shape;71;p 3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Google Shape;72;p 3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Google Shape;73;p 3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Google Shape;74;p 3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Google Shape;75;p 3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Google Shape;76;p 3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Google Shape;77;p 3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Google Shape;78;p 3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Google Shape;79;p 3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3" name="Google Shape;80;p 3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4" name="Google Shape;81;p 3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5" name="Google Shape;82;p 3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6" name="Google Shape;83;p 3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7" name="Google Shape;84;p 3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8" name="Google Shape;85;p 3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69" name="Google Shape;86;p 3"/>
          <p:cNvSpPr/>
          <p:nvPr/>
        </p:nvSpPr>
        <p:spPr>
          <a:xfrm>
            <a:off x="6235200" y="970920"/>
            <a:ext cx="2408760" cy="946764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0" name="Google Shape;91;p 3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71" name="Google Shape;87;p 36"/>
          <p:cNvSpPr/>
          <p:nvPr/>
        </p:nvSpPr>
        <p:spPr>
          <a:xfrm rot="33000">
            <a:off x="18352440" y="852480"/>
            <a:ext cx="2879280" cy="1292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Google Shape;87;p 38"/>
          <p:cNvSpPr/>
          <p:nvPr/>
        </p:nvSpPr>
        <p:spPr>
          <a:xfrm rot="33000">
            <a:off x="18352440" y="8833680"/>
            <a:ext cx="2879280" cy="1292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Google Shape;87;p 39"/>
          <p:cNvSpPr/>
          <p:nvPr/>
        </p:nvSpPr>
        <p:spPr>
          <a:xfrm rot="33000">
            <a:off x="18352080" y="7213680"/>
            <a:ext cx="2879280" cy="1292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Google Shape;87;p 40"/>
          <p:cNvSpPr/>
          <p:nvPr/>
        </p:nvSpPr>
        <p:spPr>
          <a:xfrm rot="33000">
            <a:off x="18352080" y="5593680"/>
            <a:ext cx="2879280" cy="1292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Google Shape;87;p 41"/>
          <p:cNvSpPr/>
          <p:nvPr/>
        </p:nvSpPr>
        <p:spPr>
          <a:xfrm rot="33000">
            <a:off x="18352080" y="4092480"/>
            <a:ext cx="2879280" cy="1292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Google Shape;87;p 42"/>
          <p:cNvSpPr/>
          <p:nvPr/>
        </p:nvSpPr>
        <p:spPr>
          <a:xfrm rot="33000">
            <a:off x="18352080" y="2533680"/>
            <a:ext cx="2879280" cy="1292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Google Shape;221;p 1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7840" cy="1079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Google Shape;222;p 1"/>
          <p:cNvSpPr txBox="1"/>
          <p:nvPr/>
        </p:nvSpPr>
        <p:spPr>
          <a:xfrm>
            <a:off x="814320" y="3300840"/>
            <a:ext cx="19955520" cy="4196520"/>
          </a:xfrm>
          <a:prstGeom prst="rect">
            <a:avLst/>
          </a:prstGeom>
        </p:spPr>
        <p:txBody>
          <a:bodyPr wrap="none" lIns="433440" rIns="43344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4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9" name="Google Shape;66;p1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80" name="Google Shape;67;p1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Google Shape;68;p1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Google Shape;69;p1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Google Shape;70;p1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Google Shape;71;p1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Google Shape;72;p1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Google Shape;73;p1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Google Shape;74;p1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Google Shape;75;p15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Google Shape;76;p15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Google Shape;77;p15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Google Shape;78;p15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Google Shape;79;p1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3" name="Google Shape;80;p1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4" name="Google Shape;81;p1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5" name="Google Shape;82;p1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6" name="Google Shape;83;p1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7" name="Google Shape;84;p1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8" name="Google Shape;85;p1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99" name="Google Shape;86;p15"/>
          <p:cNvSpPr/>
          <p:nvPr/>
        </p:nvSpPr>
        <p:spPr>
          <a:xfrm>
            <a:off x="6396120" y="1257120"/>
            <a:ext cx="2435040" cy="3837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Google Shape;87;p15"/>
          <p:cNvSpPr/>
          <p:nvPr/>
        </p:nvSpPr>
        <p:spPr>
          <a:xfrm>
            <a:off x="167400" y="6967080"/>
            <a:ext cx="2435040" cy="2774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1" name="Google Shape;91;p1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02" name="Google Shape;92;p15"/>
          <p:cNvSpPr/>
          <p:nvPr/>
        </p:nvSpPr>
        <p:spPr>
          <a:xfrm>
            <a:off x="6422400" y="6126120"/>
            <a:ext cx="2435040" cy="3615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Google Shape;86;p15"/>
          <p:cNvSpPr/>
          <p:nvPr/>
        </p:nvSpPr>
        <p:spPr>
          <a:xfrm>
            <a:off x="9366120" y="1257120"/>
            <a:ext cx="24350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Rectangle 1"/>
          <p:cNvSpPr/>
          <p:nvPr/>
        </p:nvSpPr>
        <p:spPr>
          <a:xfrm>
            <a:off x="0" y="0"/>
            <a:ext cx="2159856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Google Shape;86;p15"/>
          <p:cNvSpPr/>
          <p:nvPr/>
        </p:nvSpPr>
        <p:spPr>
          <a:xfrm>
            <a:off x="9366120" y="262296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ones/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Google Shape;86;p15"/>
          <p:cNvSpPr/>
          <p:nvPr/>
        </p:nvSpPr>
        <p:spPr>
          <a:xfrm>
            <a:off x="9366120" y="416772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Draft possible methods needed for implementing efficieny upgrades.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Google Shape;86;p15"/>
          <p:cNvSpPr/>
          <p:nvPr/>
        </p:nvSpPr>
        <p:spPr>
          <a:xfrm>
            <a:off x="9366120" y="612612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Google Shape;86;p15"/>
          <p:cNvSpPr/>
          <p:nvPr/>
        </p:nvSpPr>
        <p:spPr>
          <a:xfrm>
            <a:off x="9366120" y="758124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Google Shape;86;p15"/>
          <p:cNvSpPr/>
          <p:nvPr/>
        </p:nvSpPr>
        <p:spPr>
          <a:xfrm>
            <a:off x="9366120" y="903636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Define the structure and behavior of the new warning messages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Google Shape;86;p15"/>
          <p:cNvSpPr/>
          <p:nvPr/>
        </p:nvSpPr>
        <p:spPr>
          <a:xfrm>
            <a:off x="167400" y="163944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Google Shape;86;p15"/>
          <p:cNvSpPr/>
          <p:nvPr/>
        </p:nvSpPr>
        <p:spPr>
          <a:xfrm>
            <a:off x="184320" y="356832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2" name="Google Shape;66;p 6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13" name="Google Shape;67;p 6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Google Shape;68;p 6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Google Shape;69;p 6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Google Shape;70;p 6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Google Shape;71;p 6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Google Shape;72;p 6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Google Shape;73;p 6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Google Shape;74;p 6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Google Shape;75;p 6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Google Shape;76;p 6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Google Shape;77;p 6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Google Shape;78;p 6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Google Shape;79;p 6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26" name="Google Shape;80;p 6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27" name="Google Shape;81;p 6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28" name="Google Shape;82;p 6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29" name="Google Shape;83;p 6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30" name="Google Shape;84;p 6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31" name="Google Shape;85;p 6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432" name="Google Shape;86;p 23"/>
          <p:cNvSpPr/>
          <p:nvPr/>
        </p:nvSpPr>
        <p:spPr>
          <a:xfrm>
            <a:off x="6396120" y="1257120"/>
            <a:ext cx="2435040" cy="3837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Google Shape;87;p 44"/>
          <p:cNvSpPr/>
          <p:nvPr/>
        </p:nvSpPr>
        <p:spPr>
          <a:xfrm>
            <a:off x="167400" y="6967080"/>
            <a:ext cx="2435040" cy="2774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34" name="Google Shape;91;p 6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35" name="Google Shape;92;p 1"/>
          <p:cNvSpPr/>
          <p:nvPr/>
        </p:nvSpPr>
        <p:spPr>
          <a:xfrm>
            <a:off x="6422400" y="6126120"/>
            <a:ext cx="2435040" cy="3615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Google Shape;86;p 25"/>
          <p:cNvSpPr/>
          <p:nvPr/>
        </p:nvSpPr>
        <p:spPr>
          <a:xfrm>
            <a:off x="15532560" y="5913360"/>
            <a:ext cx="24350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Rectangle 2"/>
          <p:cNvSpPr/>
          <p:nvPr/>
        </p:nvSpPr>
        <p:spPr>
          <a:xfrm>
            <a:off x="0" y="-228600"/>
            <a:ext cx="7889400" cy="4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Google Shape;86;p 26"/>
          <p:cNvSpPr/>
          <p:nvPr/>
        </p:nvSpPr>
        <p:spPr>
          <a:xfrm>
            <a:off x="15532560" y="755388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ones/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Google Shape;86;p 27"/>
          <p:cNvSpPr/>
          <p:nvPr/>
        </p:nvSpPr>
        <p:spPr>
          <a:xfrm>
            <a:off x="15536880" y="912852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Draft possible methods needed for implementing efficieny upgrades.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Google Shape;86;p 28"/>
          <p:cNvSpPr/>
          <p:nvPr/>
        </p:nvSpPr>
        <p:spPr>
          <a:xfrm>
            <a:off x="15532560" y="112716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Google Shape;86;p 29"/>
          <p:cNvSpPr/>
          <p:nvPr/>
        </p:nvSpPr>
        <p:spPr>
          <a:xfrm>
            <a:off x="15532560" y="272664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Google Shape;86;p 30"/>
          <p:cNvSpPr/>
          <p:nvPr/>
        </p:nvSpPr>
        <p:spPr>
          <a:xfrm>
            <a:off x="15532560" y="431712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Define the structure and behavior of the new warning messages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Google Shape;86;p 31"/>
          <p:cNvSpPr/>
          <p:nvPr/>
        </p:nvSpPr>
        <p:spPr>
          <a:xfrm>
            <a:off x="12424680" y="138240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Google Shape;86;p 32"/>
          <p:cNvSpPr/>
          <p:nvPr/>
        </p:nvSpPr>
        <p:spPr>
          <a:xfrm>
            <a:off x="12395880" y="594000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Google Shape;86;p 33"/>
          <p:cNvSpPr/>
          <p:nvPr/>
        </p:nvSpPr>
        <p:spPr>
          <a:xfrm>
            <a:off x="12424680" y="277560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Google Shape;86;p 34"/>
          <p:cNvSpPr/>
          <p:nvPr/>
        </p:nvSpPr>
        <p:spPr>
          <a:xfrm>
            <a:off x="12395880" y="432936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Google Shape;86;p 35"/>
          <p:cNvSpPr/>
          <p:nvPr/>
        </p:nvSpPr>
        <p:spPr>
          <a:xfrm>
            <a:off x="12395880" y="907920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Google Shape;86;p 36"/>
          <p:cNvSpPr/>
          <p:nvPr/>
        </p:nvSpPr>
        <p:spPr>
          <a:xfrm>
            <a:off x="12424680" y="738576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9" name="Google Shape;66;p 7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50" name="Google Shape;67;p 7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Google Shape;68;p 7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Google Shape;69;p 7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Google Shape;70;p 7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Google Shape;71;p 7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Google Shape;72;p 7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Google Shape;73;p 7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Google Shape;74;p 7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Google Shape;75;p 7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Google Shape;76;p 7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Google Shape;77;p 7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Google Shape;78;p 7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Google Shape;79;p 7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63" name="Google Shape;80;p 7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64" name="Google Shape;81;p 7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65" name="Google Shape;82;p 7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66" name="Google Shape;83;p 7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67" name="Google Shape;84;p 7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68" name="Google Shape;85;p 7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469" name="Google Shape;86;p 19"/>
          <p:cNvSpPr/>
          <p:nvPr/>
        </p:nvSpPr>
        <p:spPr>
          <a:xfrm>
            <a:off x="6396120" y="1257120"/>
            <a:ext cx="2435040" cy="3837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Google Shape;87;p 45"/>
          <p:cNvSpPr/>
          <p:nvPr/>
        </p:nvSpPr>
        <p:spPr>
          <a:xfrm>
            <a:off x="167400" y="6967080"/>
            <a:ext cx="2435040" cy="2774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1" name="Google Shape;91;p 7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72" name="Google Shape;92;p 4"/>
          <p:cNvSpPr/>
          <p:nvPr/>
        </p:nvSpPr>
        <p:spPr>
          <a:xfrm>
            <a:off x="6422400" y="6126120"/>
            <a:ext cx="2435040" cy="3615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Google Shape;86;p 20"/>
          <p:cNvSpPr/>
          <p:nvPr/>
        </p:nvSpPr>
        <p:spPr>
          <a:xfrm>
            <a:off x="18668880" y="1203840"/>
            <a:ext cx="24350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Rectangle 5"/>
          <p:cNvSpPr/>
          <p:nvPr/>
        </p:nvSpPr>
        <p:spPr>
          <a:xfrm>
            <a:off x="0" y="-228600"/>
            <a:ext cx="7889400" cy="4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Google Shape;86;p 21"/>
          <p:cNvSpPr/>
          <p:nvPr/>
        </p:nvSpPr>
        <p:spPr>
          <a:xfrm>
            <a:off x="18668880" y="262296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Google Shape;86;p 22"/>
          <p:cNvSpPr/>
          <p:nvPr/>
        </p:nvSpPr>
        <p:spPr>
          <a:xfrm>
            <a:off x="18668880" y="426528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Draft possible methods needed for implementing efficieny upgrades.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Google Shape;86;p 37"/>
          <p:cNvSpPr/>
          <p:nvPr/>
        </p:nvSpPr>
        <p:spPr>
          <a:xfrm>
            <a:off x="18668880" y="585000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Google Shape;86;p 38"/>
          <p:cNvSpPr/>
          <p:nvPr/>
        </p:nvSpPr>
        <p:spPr>
          <a:xfrm>
            <a:off x="18668880" y="889020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Google Shape;86;p 39"/>
          <p:cNvSpPr/>
          <p:nvPr/>
        </p:nvSpPr>
        <p:spPr>
          <a:xfrm>
            <a:off x="18668880" y="738972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Define the structure and behavior of the new warning messages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Google Shape;86;p 41"/>
          <p:cNvSpPr/>
          <p:nvPr/>
        </p:nvSpPr>
        <p:spPr>
          <a:xfrm>
            <a:off x="12424680" y="138240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Google Shape;86;p 42"/>
          <p:cNvSpPr/>
          <p:nvPr/>
        </p:nvSpPr>
        <p:spPr>
          <a:xfrm>
            <a:off x="12395880" y="594000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Google Shape;86;p 43"/>
          <p:cNvSpPr/>
          <p:nvPr/>
        </p:nvSpPr>
        <p:spPr>
          <a:xfrm>
            <a:off x="12424680" y="277560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Google Shape;86;p 44"/>
          <p:cNvSpPr/>
          <p:nvPr/>
        </p:nvSpPr>
        <p:spPr>
          <a:xfrm>
            <a:off x="12395880" y="432936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Google Shape;86;p 45"/>
          <p:cNvSpPr/>
          <p:nvPr/>
        </p:nvSpPr>
        <p:spPr>
          <a:xfrm>
            <a:off x="12395880" y="907920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Google Shape;86;p 46"/>
          <p:cNvSpPr/>
          <p:nvPr/>
        </p:nvSpPr>
        <p:spPr>
          <a:xfrm>
            <a:off x="12424680" y="738576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6" name="Google Shape;221;p 1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7840" cy="1079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7" name="Google Shape;222;p 1"/>
          <p:cNvSpPr txBox="1"/>
          <p:nvPr/>
        </p:nvSpPr>
        <p:spPr>
          <a:xfrm>
            <a:off x="814320" y="3300840"/>
            <a:ext cx="19955520" cy="4196520"/>
          </a:xfrm>
          <a:prstGeom prst="rect">
            <a:avLst/>
          </a:prstGeom>
        </p:spPr>
        <p:txBody>
          <a:bodyPr wrap="none" lIns="433440" rIns="43344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5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88" name="Google Shape;66;p1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89" name="Google Shape;67;p1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Google Shape;68;p1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Google Shape;69;p1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Google Shape;70;p1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Google Shape;71;p1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Google Shape;72;p1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Google Shape;73;p1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Google Shape;74;p1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Google Shape;75;p15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Google Shape;76;p15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Google Shape;77;p15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Google Shape;78;p15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Google Shape;79;p1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02" name="Google Shape;80;p1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3" name="Google Shape;81;p1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4" name="Google Shape;82;p1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5" name="Google Shape;83;p1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6" name="Google Shape;84;p1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7" name="Google Shape;85;p1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08" name="Google Shape;86;p15"/>
          <p:cNvSpPr/>
          <p:nvPr/>
        </p:nvSpPr>
        <p:spPr>
          <a:xfrm>
            <a:off x="6396120" y="1257120"/>
            <a:ext cx="2435040" cy="3837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Google Shape;87;p15"/>
          <p:cNvSpPr/>
          <p:nvPr/>
        </p:nvSpPr>
        <p:spPr>
          <a:xfrm>
            <a:off x="167400" y="6967080"/>
            <a:ext cx="2435040" cy="2774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10" name="Google Shape;91;p1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11" name="Google Shape;92;p15"/>
          <p:cNvSpPr/>
          <p:nvPr/>
        </p:nvSpPr>
        <p:spPr>
          <a:xfrm>
            <a:off x="6422400" y="6126120"/>
            <a:ext cx="2435040" cy="3615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Rectangle 1"/>
          <p:cNvSpPr/>
          <p:nvPr/>
        </p:nvSpPr>
        <p:spPr>
          <a:xfrm>
            <a:off x="0" y="0"/>
            <a:ext cx="2159856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Google Shape;86;p15"/>
          <p:cNvSpPr/>
          <p:nvPr/>
        </p:nvSpPr>
        <p:spPr>
          <a:xfrm>
            <a:off x="167400" y="163944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Google Shape;86;p15"/>
          <p:cNvSpPr/>
          <p:nvPr/>
        </p:nvSpPr>
        <p:spPr>
          <a:xfrm>
            <a:off x="184320" y="356832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Google Shape;86;p15"/>
          <p:cNvSpPr/>
          <p:nvPr/>
        </p:nvSpPr>
        <p:spPr>
          <a:xfrm>
            <a:off x="9143640" y="2887200"/>
            <a:ext cx="2853720" cy="1254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Google Shape;86;p15"/>
          <p:cNvSpPr/>
          <p:nvPr/>
        </p:nvSpPr>
        <p:spPr>
          <a:xfrm>
            <a:off x="9113760" y="4411800"/>
            <a:ext cx="2853720" cy="1254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Google Shape;86;p15"/>
          <p:cNvSpPr/>
          <p:nvPr/>
        </p:nvSpPr>
        <p:spPr>
          <a:xfrm>
            <a:off x="9161640" y="5826960"/>
            <a:ext cx="2853720" cy="1254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Google Shape;86;p15"/>
          <p:cNvSpPr/>
          <p:nvPr/>
        </p:nvSpPr>
        <p:spPr>
          <a:xfrm>
            <a:off x="9113760" y="7150680"/>
            <a:ext cx="2853720" cy="1254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Google Shape;86;p15"/>
          <p:cNvSpPr/>
          <p:nvPr/>
        </p:nvSpPr>
        <p:spPr>
          <a:xfrm>
            <a:off x="12335400" y="86760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Google Shape;86;p15"/>
          <p:cNvSpPr/>
          <p:nvPr/>
        </p:nvSpPr>
        <p:spPr>
          <a:xfrm>
            <a:off x="12233880" y="258768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Google Shape;86;p15"/>
          <p:cNvSpPr/>
          <p:nvPr/>
        </p:nvSpPr>
        <p:spPr>
          <a:xfrm>
            <a:off x="12319200" y="441180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Google Shape;86;p15"/>
          <p:cNvSpPr/>
          <p:nvPr/>
        </p:nvSpPr>
        <p:spPr>
          <a:xfrm>
            <a:off x="12380760" y="605196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Google Shape;86;p15"/>
          <p:cNvSpPr/>
          <p:nvPr/>
        </p:nvSpPr>
        <p:spPr>
          <a:xfrm>
            <a:off x="12330720" y="760464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Google Shape;86;p15"/>
          <p:cNvSpPr/>
          <p:nvPr/>
        </p:nvSpPr>
        <p:spPr>
          <a:xfrm>
            <a:off x="12181680" y="895140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Google Shape;86;p15"/>
          <p:cNvSpPr/>
          <p:nvPr/>
        </p:nvSpPr>
        <p:spPr>
          <a:xfrm>
            <a:off x="9263880" y="1309320"/>
            <a:ext cx="2215800" cy="682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Google Shape;86;p15"/>
          <p:cNvSpPr/>
          <p:nvPr/>
        </p:nvSpPr>
        <p:spPr>
          <a:xfrm>
            <a:off x="9432720" y="9059040"/>
            <a:ext cx="2215800" cy="682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7" name="Google Shape;66;p1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28" name="Google Shape;67;p1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Google Shape;68;p1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Google Shape;69;p1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Google Shape;70;p1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Google Shape;71;p1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Google Shape;72;p1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Google Shape;73;p1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Google Shape;74;p1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Google Shape;75;p15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Google Shape;76;p15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Google Shape;77;p15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Google Shape;78;p15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Google Shape;79;p1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41" name="Google Shape;80;p1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42" name="Google Shape;81;p1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43" name="Google Shape;82;p1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44" name="Google Shape;83;p1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45" name="Google Shape;84;p1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46" name="Google Shape;85;p1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47" name="Google Shape;86;p15"/>
          <p:cNvSpPr/>
          <p:nvPr/>
        </p:nvSpPr>
        <p:spPr>
          <a:xfrm>
            <a:off x="7658640" y="714960"/>
            <a:ext cx="1225080" cy="4204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48" name="Google Shape;91;p1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49" name="Google Shape;92;p15"/>
          <p:cNvSpPr/>
          <p:nvPr/>
        </p:nvSpPr>
        <p:spPr>
          <a:xfrm>
            <a:off x="7695000" y="5102280"/>
            <a:ext cx="1188000" cy="5232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Rectangle 1"/>
          <p:cNvSpPr/>
          <p:nvPr/>
        </p:nvSpPr>
        <p:spPr>
          <a:xfrm>
            <a:off x="0" y="0"/>
            <a:ext cx="2159856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Google Shape;86;p15"/>
          <p:cNvSpPr/>
          <p:nvPr/>
        </p:nvSpPr>
        <p:spPr>
          <a:xfrm>
            <a:off x="167400" y="163944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Google Shape;86;p15"/>
          <p:cNvSpPr/>
          <p:nvPr/>
        </p:nvSpPr>
        <p:spPr>
          <a:xfrm>
            <a:off x="184320" y="356832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Google Shape;86;p15"/>
          <p:cNvSpPr/>
          <p:nvPr/>
        </p:nvSpPr>
        <p:spPr>
          <a:xfrm>
            <a:off x="15395040" y="85968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Google Shape;86;p15"/>
          <p:cNvSpPr/>
          <p:nvPr/>
        </p:nvSpPr>
        <p:spPr>
          <a:xfrm>
            <a:off x="15293520" y="257976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Google Shape;86;p15"/>
          <p:cNvSpPr/>
          <p:nvPr/>
        </p:nvSpPr>
        <p:spPr>
          <a:xfrm>
            <a:off x="15378840" y="440388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Google Shape;86;p15"/>
          <p:cNvSpPr/>
          <p:nvPr/>
        </p:nvSpPr>
        <p:spPr>
          <a:xfrm>
            <a:off x="15440400" y="604440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Google Shape;86;p15"/>
          <p:cNvSpPr/>
          <p:nvPr/>
        </p:nvSpPr>
        <p:spPr>
          <a:xfrm>
            <a:off x="15390360" y="759672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Google Shape;86;p15"/>
          <p:cNvSpPr/>
          <p:nvPr/>
        </p:nvSpPr>
        <p:spPr>
          <a:xfrm>
            <a:off x="15241320" y="894348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Google Shape;86;p15"/>
          <p:cNvSpPr/>
          <p:nvPr/>
        </p:nvSpPr>
        <p:spPr>
          <a:xfrm>
            <a:off x="9299160" y="1395360"/>
            <a:ext cx="2215800" cy="682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Google Shape;86;p15"/>
          <p:cNvSpPr/>
          <p:nvPr/>
        </p:nvSpPr>
        <p:spPr>
          <a:xfrm>
            <a:off x="9462600" y="9264960"/>
            <a:ext cx="2215800" cy="682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Google Shape;87;p15"/>
          <p:cNvSpPr/>
          <p:nvPr/>
        </p:nvSpPr>
        <p:spPr>
          <a:xfrm>
            <a:off x="6135840" y="707040"/>
            <a:ext cx="1544040" cy="1768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Google Shape;87;p15"/>
          <p:cNvSpPr/>
          <p:nvPr/>
        </p:nvSpPr>
        <p:spPr>
          <a:xfrm>
            <a:off x="6072480" y="8529480"/>
            <a:ext cx="1544040" cy="1768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Google Shape;86;p15"/>
          <p:cNvSpPr/>
          <p:nvPr/>
        </p:nvSpPr>
        <p:spPr>
          <a:xfrm>
            <a:off x="12365640" y="77086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Google Shape;86;p15"/>
          <p:cNvSpPr/>
          <p:nvPr/>
        </p:nvSpPr>
        <p:spPr>
          <a:xfrm>
            <a:off x="12359520" y="59518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Google Shape;86;p15"/>
          <p:cNvSpPr/>
          <p:nvPr/>
        </p:nvSpPr>
        <p:spPr>
          <a:xfrm>
            <a:off x="12394440" y="433980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Google Shape;86;p15"/>
          <p:cNvSpPr/>
          <p:nvPr/>
        </p:nvSpPr>
        <p:spPr>
          <a:xfrm>
            <a:off x="12228840" y="287676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Google Shape;86;p15"/>
          <p:cNvSpPr/>
          <p:nvPr/>
        </p:nvSpPr>
        <p:spPr>
          <a:xfrm>
            <a:off x="9318600" y="76438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Google Shape;86;p15"/>
          <p:cNvSpPr/>
          <p:nvPr/>
        </p:nvSpPr>
        <p:spPr>
          <a:xfrm>
            <a:off x="9312480" y="58870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Google Shape;86;p15"/>
          <p:cNvSpPr/>
          <p:nvPr/>
        </p:nvSpPr>
        <p:spPr>
          <a:xfrm>
            <a:off x="9347400" y="427500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Google Shape;86;p15"/>
          <p:cNvSpPr/>
          <p:nvPr/>
        </p:nvSpPr>
        <p:spPr>
          <a:xfrm>
            <a:off x="9181800" y="281232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1" name="Google Shape;66;p1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72" name="Google Shape;67;p1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Google Shape;68;p1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Google Shape;69;p1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Google Shape;70;p1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Google Shape;71;p1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Google Shape;72;p1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Google Shape;73;p1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Google Shape;74;p1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Google Shape;75;p15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Google Shape;76;p15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Google Shape;77;p15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Google Shape;78;p15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Google Shape;79;p1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85" name="Google Shape;80;p1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86" name="Google Shape;81;p1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87" name="Google Shape;82;p1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88" name="Google Shape;83;p1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89" name="Google Shape;84;p1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90" name="Google Shape;85;p1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91" name="Google Shape;86;p15"/>
          <p:cNvSpPr/>
          <p:nvPr/>
        </p:nvSpPr>
        <p:spPr>
          <a:xfrm>
            <a:off x="7658640" y="714960"/>
            <a:ext cx="1225080" cy="4204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92" name="Google Shape;91;p1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93" name="Google Shape;92;p15"/>
          <p:cNvSpPr/>
          <p:nvPr/>
        </p:nvSpPr>
        <p:spPr>
          <a:xfrm>
            <a:off x="7695000" y="5102280"/>
            <a:ext cx="1188000" cy="5232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Rectangle 1"/>
          <p:cNvSpPr/>
          <p:nvPr/>
        </p:nvSpPr>
        <p:spPr>
          <a:xfrm>
            <a:off x="0" y="0"/>
            <a:ext cx="2159856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Google Shape;86;p15"/>
          <p:cNvSpPr/>
          <p:nvPr/>
        </p:nvSpPr>
        <p:spPr>
          <a:xfrm>
            <a:off x="167400" y="163944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Google Shape;86;p15"/>
          <p:cNvSpPr/>
          <p:nvPr/>
        </p:nvSpPr>
        <p:spPr>
          <a:xfrm>
            <a:off x="184320" y="356832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Google Shape;86;p15"/>
          <p:cNvSpPr/>
          <p:nvPr/>
        </p:nvSpPr>
        <p:spPr>
          <a:xfrm>
            <a:off x="15395040" y="85968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Google Shape;86;p15"/>
          <p:cNvSpPr/>
          <p:nvPr/>
        </p:nvSpPr>
        <p:spPr>
          <a:xfrm>
            <a:off x="15293520" y="257976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Google Shape;86;p15"/>
          <p:cNvSpPr/>
          <p:nvPr/>
        </p:nvSpPr>
        <p:spPr>
          <a:xfrm>
            <a:off x="15378840" y="440388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Google Shape;86;p15"/>
          <p:cNvSpPr/>
          <p:nvPr/>
        </p:nvSpPr>
        <p:spPr>
          <a:xfrm>
            <a:off x="15440400" y="604440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Google Shape;86;p15"/>
          <p:cNvSpPr/>
          <p:nvPr/>
        </p:nvSpPr>
        <p:spPr>
          <a:xfrm>
            <a:off x="15390360" y="759672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Google Shape;86;p15"/>
          <p:cNvSpPr/>
          <p:nvPr/>
        </p:nvSpPr>
        <p:spPr>
          <a:xfrm>
            <a:off x="15241320" y="894348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Google Shape;86;p15"/>
          <p:cNvSpPr/>
          <p:nvPr/>
        </p:nvSpPr>
        <p:spPr>
          <a:xfrm>
            <a:off x="12325320" y="1395360"/>
            <a:ext cx="2215800" cy="682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Google Shape;86;p15"/>
          <p:cNvSpPr/>
          <p:nvPr/>
        </p:nvSpPr>
        <p:spPr>
          <a:xfrm>
            <a:off x="12552480" y="9344160"/>
            <a:ext cx="2215800" cy="682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Google Shape;87;p15"/>
          <p:cNvSpPr/>
          <p:nvPr/>
        </p:nvSpPr>
        <p:spPr>
          <a:xfrm>
            <a:off x="6135840" y="707040"/>
            <a:ext cx="1544040" cy="1768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Google Shape;87;p15"/>
          <p:cNvSpPr/>
          <p:nvPr/>
        </p:nvSpPr>
        <p:spPr>
          <a:xfrm>
            <a:off x="6072480" y="8529480"/>
            <a:ext cx="1544040" cy="1768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Google Shape;86;p15"/>
          <p:cNvSpPr/>
          <p:nvPr/>
        </p:nvSpPr>
        <p:spPr>
          <a:xfrm>
            <a:off x="12365640" y="77086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Google Shape;86;p15"/>
          <p:cNvSpPr/>
          <p:nvPr/>
        </p:nvSpPr>
        <p:spPr>
          <a:xfrm>
            <a:off x="12359520" y="59518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Google Shape;86;p15"/>
          <p:cNvSpPr/>
          <p:nvPr/>
        </p:nvSpPr>
        <p:spPr>
          <a:xfrm>
            <a:off x="12394440" y="433980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Google Shape;86;p15"/>
          <p:cNvSpPr/>
          <p:nvPr/>
        </p:nvSpPr>
        <p:spPr>
          <a:xfrm>
            <a:off x="12237840" y="273060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Google Shape;86;p15"/>
          <p:cNvSpPr/>
          <p:nvPr/>
        </p:nvSpPr>
        <p:spPr>
          <a:xfrm>
            <a:off x="9318600" y="76438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Google Shape;86;p15"/>
          <p:cNvSpPr/>
          <p:nvPr/>
        </p:nvSpPr>
        <p:spPr>
          <a:xfrm>
            <a:off x="9312480" y="58870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Google Shape;86;p15"/>
          <p:cNvSpPr/>
          <p:nvPr/>
        </p:nvSpPr>
        <p:spPr>
          <a:xfrm>
            <a:off x="9347400" y="427500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Google Shape;86;p15"/>
          <p:cNvSpPr/>
          <p:nvPr/>
        </p:nvSpPr>
        <p:spPr>
          <a:xfrm>
            <a:off x="9181800" y="281232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221;p 1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7840" cy="1079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6" name="Google Shape;222;p 1"/>
          <p:cNvSpPr txBox="1"/>
          <p:nvPr/>
        </p:nvSpPr>
        <p:spPr>
          <a:xfrm>
            <a:off x="814320" y="3300840"/>
            <a:ext cx="19955520" cy="4196520"/>
          </a:xfrm>
          <a:prstGeom prst="rect">
            <a:avLst/>
          </a:prstGeom>
        </p:spPr>
        <p:txBody>
          <a:bodyPr wrap="none" lIns="433440" rIns="43344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6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17" name="Google Shape;66;p1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18" name="Google Shape;67;p1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Google Shape;68;p1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Google Shape;69;p1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Google Shape;70;p1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Google Shape;71;p1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Google Shape;72;p1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Google Shape;73;p1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Google Shape;74;p1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Google Shape;75;p15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Google Shape;76;p15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Google Shape;77;p15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Google Shape;78;p15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Google Shape;79;p1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31" name="Google Shape;80;p1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32" name="Google Shape;81;p1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33" name="Google Shape;82;p1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34" name="Google Shape;83;p1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35" name="Google Shape;84;p1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36" name="Google Shape;85;p1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637" name="Google Shape;86;p15"/>
          <p:cNvSpPr/>
          <p:nvPr/>
        </p:nvSpPr>
        <p:spPr>
          <a:xfrm>
            <a:off x="7658640" y="714960"/>
            <a:ext cx="1225080" cy="4204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38" name="Google Shape;91;p1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39" name="Google Shape;92;p15"/>
          <p:cNvSpPr/>
          <p:nvPr/>
        </p:nvSpPr>
        <p:spPr>
          <a:xfrm>
            <a:off x="7695000" y="5102280"/>
            <a:ext cx="1188000" cy="5232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Rectangle 1"/>
          <p:cNvSpPr/>
          <p:nvPr/>
        </p:nvSpPr>
        <p:spPr>
          <a:xfrm>
            <a:off x="0" y="0"/>
            <a:ext cx="2159856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Google Shape;86;p15"/>
          <p:cNvSpPr/>
          <p:nvPr/>
        </p:nvSpPr>
        <p:spPr>
          <a:xfrm>
            <a:off x="192600" y="284076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US3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Google Shape;86;p15"/>
          <p:cNvSpPr/>
          <p:nvPr/>
        </p:nvSpPr>
        <p:spPr>
          <a:xfrm>
            <a:off x="18536400" y="95220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Google Shape;86;p15"/>
          <p:cNvSpPr/>
          <p:nvPr/>
        </p:nvSpPr>
        <p:spPr>
          <a:xfrm>
            <a:off x="18495000" y="259524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Google Shape;86;p15"/>
          <p:cNvSpPr/>
          <p:nvPr/>
        </p:nvSpPr>
        <p:spPr>
          <a:xfrm>
            <a:off x="18536400" y="431100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Google Shape;86;p15"/>
          <p:cNvSpPr/>
          <p:nvPr/>
        </p:nvSpPr>
        <p:spPr>
          <a:xfrm>
            <a:off x="18640800" y="598176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Google Shape;86;p15"/>
          <p:cNvSpPr/>
          <p:nvPr/>
        </p:nvSpPr>
        <p:spPr>
          <a:xfrm>
            <a:off x="18625320" y="759744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Google Shape;86;p15"/>
          <p:cNvSpPr/>
          <p:nvPr/>
        </p:nvSpPr>
        <p:spPr>
          <a:xfrm>
            <a:off x="18625320" y="910404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Google Shape;86;p15"/>
          <p:cNvSpPr/>
          <p:nvPr/>
        </p:nvSpPr>
        <p:spPr>
          <a:xfrm>
            <a:off x="12517560" y="1301040"/>
            <a:ext cx="2215800" cy="682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Google Shape;86;p15"/>
          <p:cNvSpPr/>
          <p:nvPr/>
        </p:nvSpPr>
        <p:spPr>
          <a:xfrm>
            <a:off x="12683520" y="9203400"/>
            <a:ext cx="2215800" cy="682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Google Shape;87;p15"/>
          <p:cNvSpPr/>
          <p:nvPr/>
        </p:nvSpPr>
        <p:spPr>
          <a:xfrm>
            <a:off x="6135840" y="707040"/>
            <a:ext cx="1544040" cy="1768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Google Shape;87;p15"/>
          <p:cNvSpPr/>
          <p:nvPr/>
        </p:nvSpPr>
        <p:spPr>
          <a:xfrm>
            <a:off x="6072480" y="8529480"/>
            <a:ext cx="1544040" cy="1768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Google Shape;86;p15"/>
          <p:cNvSpPr/>
          <p:nvPr/>
        </p:nvSpPr>
        <p:spPr>
          <a:xfrm>
            <a:off x="15555960" y="763344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Google Shape;86;p15"/>
          <p:cNvSpPr/>
          <p:nvPr/>
        </p:nvSpPr>
        <p:spPr>
          <a:xfrm>
            <a:off x="15625080" y="59410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Google Shape;86;p15"/>
          <p:cNvSpPr/>
          <p:nvPr/>
        </p:nvSpPr>
        <p:spPr>
          <a:xfrm>
            <a:off x="15532560" y="43804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Google Shape;86;p15"/>
          <p:cNvSpPr/>
          <p:nvPr/>
        </p:nvSpPr>
        <p:spPr>
          <a:xfrm>
            <a:off x="15555960" y="284076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Google Shape;86;p15"/>
          <p:cNvSpPr/>
          <p:nvPr/>
        </p:nvSpPr>
        <p:spPr>
          <a:xfrm>
            <a:off x="9594720" y="761364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Google Shape;86;p15"/>
          <p:cNvSpPr/>
          <p:nvPr/>
        </p:nvSpPr>
        <p:spPr>
          <a:xfrm>
            <a:off x="9567000" y="589140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Google Shape;86;p15"/>
          <p:cNvSpPr/>
          <p:nvPr/>
        </p:nvSpPr>
        <p:spPr>
          <a:xfrm>
            <a:off x="9578520" y="43786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Google Shape;86;p15"/>
          <p:cNvSpPr/>
          <p:nvPr/>
        </p:nvSpPr>
        <p:spPr>
          <a:xfrm>
            <a:off x="9545040" y="279432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Google Shape;86;p15"/>
          <p:cNvSpPr/>
          <p:nvPr/>
        </p:nvSpPr>
        <p:spPr>
          <a:xfrm>
            <a:off x="12484080" y="2779920"/>
            <a:ext cx="2453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Google Shape;86;p15"/>
          <p:cNvSpPr/>
          <p:nvPr/>
        </p:nvSpPr>
        <p:spPr>
          <a:xfrm>
            <a:off x="12517560" y="4273560"/>
            <a:ext cx="2453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Google Shape;86;p15"/>
          <p:cNvSpPr/>
          <p:nvPr/>
        </p:nvSpPr>
        <p:spPr>
          <a:xfrm>
            <a:off x="12564360" y="5904000"/>
            <a:ext cx="2453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Google Shape;86;p15"/>
          <p:cNvSpPr/>
          <p:nvPr/>
        </p:nvSpPr>
        <p:spPr>
          <a:xfrm>
            <a:off x="12616560" y="7437600"/>
            <a:ext cx="2453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4" name="Google Shape;221;p 2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7840" cy="1079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5" name="Google Shape;222;p 2"/>
          <p:cNvSpPr txBox="1"/>
          <p:nvPr/>
        </p:nvSpPr>
        <p:spPr>
          <a:xfrm>
            <a:off x="814320" y="3300840"/>
            <a:ext cx="19955520" cy="4196520"/>
          </a:xfrm>
          <a:prstGeom prst="rect">
            <a:avLst/>
          </a:prstGeom>
        </p:spPr>
        <p:txBody>
          <a:bodyPr wrap="none" lIns="433440" rIns="43344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7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6" name="Google Shape;66;p 4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67" name="Google Shape;67;p 4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Google Shape;68;p 4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Google Shape;69;p 4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Google Shape;70;p 4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Google Shape;71;p 4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Google Shape;72;p 4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Google Shape;73;p 4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Google Shape;74;p 4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Google Shape;75;p 4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Google Shape;76;p 4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Google Shape;77;p 4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Google Shape;78;p 4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Google Shape;79;p 4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80" name="Google Shape;80;p 4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81" name="Google Shape;81;p 4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82" name="Google Shape;82;p 4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83" name="Google Shape;83;p 4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84" name="Google Shape;84;p 4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85" name="Google Shape;85;p 4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86" name="Google Shape;91;p 4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87" name="Google Shape;92;p 2"/>
          <p:cNvSpPr/>
          <p:nvPr/>
        </p:nvSpPr>
        <p:spPr>
          <a:xfrm>
            <a:off x="6120000" y="1260000"/>
            <a:ext cx="1188000" cy="845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Rectangle 3"/>
          <p:cNvSpPr/>
          <p:nvPr/>
        </p:nvSpPr>
        <p:spPr>
          <a:xfrm>
            <a:off x="6920640" y="-319320"/>
            <a:ext cx="775728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45000" bIns="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Google Shape;86;p 24"/>
          <p:cNvSpPr/>
          <p:nvPr/>
        </p:nvSpPr>
        <p:spPr>
          <a:xfrm>
            <a:off x="180000" y="596088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US3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Google Shape;87;p 43"/>
          <p:cNvSpPr/>
          <p:nvPr/>
        </p:nvSpPr>
        <p:spPr>
          <a:xfrm>
            <a:off x="7455240" y="1260000"/>
            <a:ext cx="1184040" cy="845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Google Shape;86;p 40"/>
          <p:cNvSpPr/>
          <p:nvPr/>
        </p:nvSpPr>
        <p:spPr>
          <a:xfrm>
            <a:off x="9545040" y="270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Google Shape;86;p 4"/>
          <p:cNvSpPr/>
          <p:nvPr/>
        </p:nvSpPr>
        <p:spPr>
          <a:xfrm>
            <a:off x="9540000" y="108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Google Shape;86;p 5"/>
          <p:cNvSpPr/>
          <p:nvPr/>
        </p:nvSpPr>
        <p:spPr>
          <a:xfrm>
            <a:off x="9540000" y="432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Google Shape;86;p 6"/>
          <p:cNvSpPr/>
          <p:nvPr/>
        </p:nvSpPr>
        <p:spPr>
          <a:xfrm>
            <a:off x="9540000" y="576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Google Shape;86;p 7"/>
          <p:cNvSpPr/>
          <p:nvPr/>
        </p:nvSpPr>
        <p:spPr>
          <a:xfrm>
            <a:off x="9540000" y="738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Google Shape;86;p 8"/>
          <p:cNvSpPr/>
          <p:nvPr/>
        </p:nvSpPr>
        <p:spPr>
          <a:xfrm>
            <a:off x="9540000" y="900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Google Shape;86;p 9"/>
          <p:cNvSpPr/>
          <p:nvPr/>
        </p:nvSpPr>
        <p:spPr>
          <a:xfrm>
            <a:off x="180000" y="434088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98" name="Google Shape;66;p 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99" name="Google Shape;67;p 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Google Shape;68;p 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Google Shape;69;p 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Google Shape;70;p 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Google Shape;71;p 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Google Shape;72;p 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Google Shape;73;p 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Google Shape;74;p 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Google Shape;75;p 5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Google Shape;76;p 5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Google Shape;77;p 5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Google Shape;78;p 5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Google Shape;79;p 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2" name="Google Shape;80;p 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13" name="Google Shape;81;p 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14" name="Google Shape;82;p 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15" name="Google Shape;83;p 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16" name="Google Shape;84;p 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17" name="Google Shape;85;p 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18" name="Google Shape;91;p 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719" name="Google Shape;92;p 3"/>
          <p:cNvSpPr/>
          <p:nvPr/>
        </p:nvSpPr>
        <p:spPr>
          <a:xfrm>
            <a:off x="6120000" y="1260000"/>
            <a:ext cx="1188000" cy="845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Rectangle 4"/>
          <p:cNvSpPr/>
          <p:nvPr/>
        </p:nvSpPr>
        <p:spPr>
          <a:xfrm>
            <a:off x="6920640" y="-319320"/>
            <a:ext cx="78890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45000" bIns="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Google Shape;86;p 10"/>
          <p:cNvSpPr/>
          <p:nvPr/>
        </p:nvSpPr>
        <p:spPr>
          <a:xfrm>
            <a:off x="180000" y="596088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US3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Google Shape;87;p 37"/>
          <p:cNvSpPr/>
          <p:nvPr/>
        </p:nvSpPr>
        <p:spPr>
          <a:xfrm>
            <a:off x="7455240" y="1260000"/>
            <a:ext cx="1184040" cy="845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Google Shape;86;p 11"/>
          <p:cNvSpPr/>
          <p:nvPr/>
        </p:nvSpPr>
        <p:spPr>
          <a:xfrm>
            <a:off x="15480000" y="270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Google Shape;86;p 12"/>
          <p:cNvSpPr/>
          <p:nvPr/>
        </p:nvSpPr>
        <p:spPr>
          <a:xfrm>
            <a:off x="15591240" y="108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Google Shape;86;p 13"/>
          <p:cNvSpPr/>
          <p:nvPr/>
        </p:nvSpPr>
        <p:spPr>
          <a:xfrm>
            <a:off x="15480000" y="432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Google Shape;86;p 14"/>
          <p:cNvSpPr/>
          <p:nvPr/>
        </p:nvSpPr>
        <p:spPr>
          <a:xfrm>
            <a:off x="15660000" y="558072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Google Shape;86;p 15"/>
          <p:cNvSpPr/>
          <p:nvPr/>
        </p:nvSpPr>
        <p:spPr>
          <a:xfrm>
            <a:off x="15591240" y="720072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Google Shape;86;p 16"/>
          <p:cNvSpPr/>
          <p:nvPr/>
        </p:nvSpPr>
        <p:spPr>
          <a:xfrm>
            <a:off x="15660000" y="882072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Google Shape;86;p 17"/>
          <p:cNvSpPr/>
          <p:nvPr/>
        </p:nvSpPr>
        <p:spPr>
          <a:xfrm>
            <a:off x="180000" y="434088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Google Shape;86;p 18"/>
          <p:cNvSpPr/>
          <p:nvPr/>
        </p:nvSpPr>
        <p:spPr>
          <a:xfrm>
            <a:off x="12240000" y="108072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Google Shape;86;p 47"/>
          <p:cNvSpPr/>
          <p:nvPr/>
        </p:nvSpPr>
        <p:spPr>
          <a:xfrm>
            <a:off x="12171240" y="252072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Google Shape;86;p 48"/>
          <p:cNvSpPr/>
          <p:nvPr/>
        </p:nvSpPr>
        <p:spPr>
          <a:xfrm>
            <a:off x="12240000" y="414072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Google Shape;86;p 49"/>
          <p:cNvSpPr/>
          <p:nvPr/>
        </p:nvSpPr>
        <p:spPr>
          <a:xfrm>
            <a:off x="12351240" y="576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Google Shape;86;p 50"/>
          <p:cNvSpPr/>
          <p:nvPr/>
        </p:nvSpPr>
        <p:spPr>
          <a:xfrm>
            <a:off x="12240000" y="738072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Google Shape;86;p 51"/>
          <p:cNvSpPr/>
          <p:nvPr/>
        </p:nvSpPr>
        <p:spPr>
          <a:xfrm>
            <a:off x="12420000" y="882072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6" name="Google Shape;66;p 8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737" name="Google Shape;67;p 8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Google Shape;68;p 8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Google Shape;69;p 8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Google Shape;70;p 8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Google Shape;71;p 8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Google Shape;72;p 8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Google Shape;73;p 8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Google Shape;74;p 8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Google Shape;75;p 8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Google Shape;76;p 8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Google Shape;77;p 8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Google Shape;78;p 8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Google Shape;79;p 8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50" name="Google Shape;80;p 8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1" name="Google Shape;81;p 8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2" name="Google Shape;82;p 8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3" name="Google Shape;83;p 8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4" name="Google Shape;84;p 8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5" name="Google Shape;85;p 8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6" name="Google Shape;91;p 8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757" name="Google Shape;92;p 5"/>
          <p:cNvSpPr/>
          <p:nvPr/>
        </p:nvSpPr>
        <p:spPr>
          <a:xfrm>
            <a:off x="6120000" y="1260000"/>
            <a:ext cx="1188000" cy="845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Rectangle 6"/>
          <p:cNvSpPr/>
          <p:nvPr/>
        </p:nvSpPr>
        <p:spPr>
          <a:xfrm>
            <a:off x="6920640" y="-319320"/>
            <a:ext cx="78890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45000" bIns="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Google Shape;86;p 52"/>
          <p:cNvSpPr/>
          <p:nvPr/>
        </p:nvSpPr>
        <p:spPr>
          <a:xfrm>
            <a:off x="180000" y="596088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US3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Google Shape;87;p 46"/>
          <p:cNvSpPr/>
          <p:nvPr/>
        </p:nvSpPr>
        <p:spPr>
          <a:xfrm>
            <a:off x="7455240" y="1260000"/>
            <a:ext cx="1184040" cy="845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Google Shape;86;p 54"/>
          <p:cNvSpPr/>
          <p:nvPr/>
        </p:nvSpPr>
        <p:spPr>
          <a:xfrm>
            <a:off x="18000000" y="900000"/>
            <a:ext cx="1980000" cy="9180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 anchorCtr="1">
            <a:noAutofit/>
          </a:bodyPr>
          <a:p>
            <a:pPr algn="ctr"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Google Shape;86;p 59"/>
          <p:cNvSpPr/>
          <p:nvPr/>
        </p:nvSpPr>
        <p:spPr>
          <a:xfrm>
            <a:off x="180000" y="434088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Google Shape;86;p 60"/>
          <p:cNvSpPr/>
          <p:nvPr/>
        </p:nvSpPr>
        <p:spPr>
          <a:xfrm>
            <a:off x="20160000" y="900000"/>
            <a:ext cx="1260000" cy="9000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 anchorCtr="1">
            <a:noAutofit/>
          </a:bodyPr>
          <a:p>
            <a:pPr algn="ctr"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253</TotalTime>
  <Application>LibreOffice/25.2.6.2$Linux_X86_64 LibreOffice_project/40d1a0e1d5bdf1afaeae24d9ece32bbb00fa66a4</Application>
  <AppVersion>15.0000</AppVersion>
  <Words>2951</Words>
  <Paragraphs>426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pt-PT</dc:language>
  <cp:lastModifiedBy/>
  <dcterms:modified xsi:type="dcterms:W3CDTF">2025-12-04T14:41:11Z</dcterms:modified>
  <cp:revision>22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Personalizados</vt:lpwstr>
  </property>
  <property fmtid="{D5CDD505-2E9C-101B-9397-08002B2CF9AE}" pid="4" name="Slides">
    <vt:i4>23</vt:i4>
  </property>
</Properties>
</file>