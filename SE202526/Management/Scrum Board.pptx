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21599525" cy="1079976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19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2B2160-2332-4633-9D1D-7580B4A1DC51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BC4947-59AA-4228-AE83-ECC93995076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920" cy="15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920" cy="66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78F95D-60FA-4E66-BB44-A8083B0CA86B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800" cy="858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E541938-2F81-4986-9F67-CB81A2BC0D66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36;p9"/>
          <p:cNvSpPr/>
          <p:nvPr/>
        </p:nvSpPr>
        <p:spPr>
          <a:xfrm>
            <a:off x="10800000" y="-360"/>
            <a:ext cx="10798920" cy="10798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760" cy="3111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3000" cy="7758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BF33DC-5DAF-4709-A633-43049934F307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600" cy="126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40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103A99-8BB8-42A5-81FD-CD0856E11DC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520" cy="430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FD77A9-A41A-4BDF-A0C6-CA83EED72C2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560" cy="626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520" cy="412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PT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520" cy="2730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26F863-01CE-497F-AC96-F6039CA4F7D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FF8D0A-560E-4BF1-BBE9-99C243393C4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520" cy="176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2F9B64-883D-4250-AD13-3F0EE906167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52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04AA69-5DDA-47D3-B0E4-8E06EA9FBBE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54;p13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Google Shape;55;p13"/>
          <p:cNvPicPr/>
          <p:nvPr/>
        </p:nvPicPr>
        <p:blipFill>
          <a:blip r:embed="rId3"/>
          <a:stretch/>
        </p:blipFill>
        <p:spPr>
          <a:xfrm>
            <a:off x="859680" y="4015080"/>
            <a:ext cx="19879200" cy="2768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60;p14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61;p14"/>
          <p:cNvSpPr txBox="1"/>
          <p:nvPr/>
        </p:nvSpPr>
        <p:spPr>
          <a:xfrm>
            <a:off x="814320" y="3300840"/>
            <a:ext cx="1997028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/>
          <p:cNvSpPr/>
          <p:nvPr/>
        </p:nvSpPr>
        <p:spPr>
          <a:xfrm>
            <a:off x="141120" y="7302529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/>
          <p:cNvSpPr/>
          <p:nvPr/>
        </p:nvSpPr>
        <p:spPr>
          <a:xfrm>
            <a:off x="167400" y="3894840"/>
            <a:ext cx="2436120" cy="294205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97;p16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" name="Google Shape;98;p16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99;p16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100;p16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1;p16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02;p16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16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16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16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16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7;p16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8;p16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9;p16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0;p16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11;p16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2" name="Google Shape;112;p16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3" name="Google Shape;113;p16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" name="Google Shape;114;p16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" name="Google Shape;115;p16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6" name="Google Shape;116;p16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77" name="Google Shape;117;p16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8;p16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9;p16"/>
          <p:cNvSpPr/>
          <p:nvPr/>
        </p:nvSpPr>
        <p:spPr>
          <a:xfrm>
            <a:off x="1239552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20;p16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1;p16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122;p16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3" name="Google Shape;123;p16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Google Shape;128;p17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5" name="Google Shape;129;p17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17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1;p17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2;p17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3;p17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4;p17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5;p17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6;p17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7;p17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8;p17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9;p17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0;p17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17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Google Shape;142;p17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99" name="Google Shape;143;p17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0" name="Google Shape;144;p17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1" name="Google Shape;145;p17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2" name="Google Shape;146;p17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3" name="Google Shape;147;p17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04" name="Google Shape;148;p17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17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17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17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17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Google Shape;153;p17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0" name="Google Shape;154;p17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59;p18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2" name="Google Shape;160;p18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1;p18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2;p18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3;p18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4;p18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5;p18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6;p18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7;p18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8;p18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9;p18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0;p18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1;p18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2;p18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73;p18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6" name="Google Shape;174;p18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7" name="Google Shape;175;p18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8" name="Google Shape;176;p18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9" name="Google Shape;177;p18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0" name="Google Shape;178;p18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1" name="Google Shape;179;p18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0;p18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1;p18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2;p18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3;p18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Google Shape;184;p18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7" name="Google Shape;185;p18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90;p19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9" name="Google Shape;191;p19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2;p19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3;p19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4;p19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5;p19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6;p19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7;p19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8;p19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9;p19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00;p19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1;p19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2;p19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19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Google Shape;204;p19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3" name="Google Shape;205;p19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4" name="Google Shape;206;p19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5" name="Google Shape;207;p19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6" name="Google Shape;208;p19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7" name="Google Shape;209;p19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58" name="Google Shape;210;p19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11;p19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12;p19"/>
          <p:cNvSpPr/>
          <p:nvPr/>
        </p:nvSpPr>
        <p:spPr>
          <a:xfrm>
            <a:off x="1866888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13;p19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14;p19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Google Shape;215;p19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4" name="Google Shape;216;p19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221;p20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2;p20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87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89" name="Google Shape;92;p15"/>
          <p:cNvSpPr/>
          <p:nvPr/>
        </p:nvSpPr>
        <p:spPr>
          <a:xfrm>
            <a:off x="167400" y="3894840"/>
            <a:ext cx="243612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87;p15"/>
          <p:cNvSpPr/>
          <p:nvPr/>
        </p:nvSpPr>
        <p:spPr>
          <a:xfrm>
            <a:off x="29520" y="1385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7;p15"/>
          <p:cNvSpPr/>
          <p:nvPr/>
        </p:nvSpPr>
        <p:spPr>
          <a:xfrm>
            <a:off x="984600" y="148068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3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7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8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9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0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1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2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3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4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7;p15"/>
          <p:cNvSpPr/>
          <p:nvPr/>
        </p:nvSpPr>
        <p:spPr>
          <a:xfrm>
            <a:off x="12691080" y="719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7;p15"/>
          <p:cNvSpPr/>
          <p:nvPr/>
        </p:nvSpPr>
        <p:spPr>
          <a:xfrm>
            <a:off x="960984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87;p15"/>
          <p:cNvSpPr/>
          <p:nvPr/>
        </p:nvSpPr>
        <p:spPr>
          <a:xfrm>
            <a:off x="12691080" y="21222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87;p15"/>
          <p:cNvSpPr/>
          <p:nvPr/>
        </p:nvSpPr>
        <p:spPr>
          <a:xfrm>
            <a:off x="12691080" y="3372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87;p15"/>
          <p:cNvSpPr/>
          <p:nvPr/>
        </p:nvSpPr>
        <p:spPr>
          <a:xfrm>
            <a:off x="12691080" y="5006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7;p15"/>
          <p:cNvSpPr/>
          <p:nvPr/>
        </p:nvSpPr>
        <p:spPr>
          <a:xfrm>
            <a:off x="12663360" y="66319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63360" y="82764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22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9609840" y="378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9621000" y="5207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9609840" y="67255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9582120" y="8301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47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49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87;p15"/>
          <p:cNvSpPr/>
          <p:nvPr/>
        </p:nvSpPr>
        <p:spPr>
          <a:xfrm>
            <a:off x="1901880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7;p15"/>
          <p:cNvSpPr/>
          <p:nvPr/>
        </p:nvSpPr>
        <p:spPr>
          <a:xfrm>
            <a:off x="12657600" y="737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87;p15"/>
          <p:cNvSpPr/>
          <p:nvPr/>
        </p:nvSpPr>
        <p:spPr>
          <a:xfrm>
            <a:off x="19018800" y="2082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87;p15"/>
          <p:cNvSpPr/>
          <p:nvPr/>
        </p:nvSpPr>
        <p:spPr>
          <a:xfrm>
            <a:off x="19018800" y="333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87;p15"/>
          <p:cNvSpPr/>
          <p:nvPr/>
        </p:nvSpPr>
        <p:spPr>
          <a:xfrm>
            <a:off x="19018800" y="49665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7;p15"/>
          <p:cNvSpPr/>
          <p:nvPr/>
        </p:nvSpPr>
        <p:spPr>
          <a:xfrm>
            <a:off x="18991080" y="65923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8991080" y="82364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23407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2657600" y="38397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2668400" y="5264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2657600" y="67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2629880" y="83588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4" name="Google Shape;66;p 1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65" name="Google Shape;67;p 1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68;p 1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69;p 1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70;p 1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71;p 1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72;p 1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73;p 1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74;p 1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75;p 1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6;p 1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7;p 1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8;p 1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9;p 1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Google Shape;80;p 1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79" name="Google Shape;81;p 1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0" name="Google Shape;82;p 1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1" name="Google Shape;83;p 1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2" name="Google Shape;84;p 1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3" name="Google Shape;85;p 1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84" name="Google Shape;86;p 1"/>
          <p:cNvSpPr/>
          <p:nvPr/>
        </p:nvSpPr>
        <p:spPr>
          <a:xfrm>
            <a:off x="6235200" y="970920"/>
            <a:ext cx="2409840" cy="892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Google Shape;91;p 1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86" name="Google Shape;87;p 1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12"/>
          <p:cNvSpPr/>
          <p:nvPr/>
        </p:nvSpPr>
        <p:spPr>
          <a:xfrm>
            <a:off x="12600000" y="907596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4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6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7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14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5"/>
          <p:cNvSpPr/>
          <p:nvPr/>
        </p:nvSpPr>
        <p:spPr>
          <a:xfrm>
            <a:off x="12600360" y="72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11"/>
          <p:cNvSpPr/>
          <p:nvPr/>
        </p:nvSpPr>
        <p:spPr>
          <a:xfrm>
            <a:off x="12657600" y="547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2"/>
          <p:cNvSpPr/>
          <p:nvPr/>
        </p:nvSpPr>
        <p:spPr>
          <a:xfrm>
            <a:off x="12704400" y="378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8"/>
          <p:cNvSpPr/>
          <p:nvPr/>
        </p:nvSpPr>
        <p:spPr>
          <a:xfrm>
            <a:off x="12704400" y="223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9"/>
          <p:cNvSpPr/>
          <p:nvPr/>
        </p:nvSpPr>
        <p:spPr>
          <a:xfrm>
            <a:off x="12600000" y="61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66;p 2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9" name="Google Shape;67;p 2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68;p 2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69;p 2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0;p 2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1;p 2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2;p 2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3;p 2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4;p 2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5;p 2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6;p 2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7;p 2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8;p 2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9;p 2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Google Shape;80;p 2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1;p 2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4" name="Google Shape;82;p 2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5" name="Google Shape;83;p 2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6" name="Google Shape;84;p 2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7" name="Google Shape;85;p 2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8" name="Google Shape;86;p 2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9" name="Google Shape;91;p 2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0" name="Google Shape;87;p 5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10"/>
          <p:cNvSpPr/>
          <p:nvPr/>
        </p:nvSpPr>
        <p:spPr>
          <a:xfrm>
            <a:off x="12539160" y="8869680"/>
            <a:ext cx="2159640" cy="1183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87;p 1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87;p 16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7;p 17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87;p 18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7;p 19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20"/>
          <p:cNvSpPr/>
          <p:nvPr/>
        </p:nvSpPr>
        <p:spPr>
          <a:xfrm>
            <a:off x="12600360" y="7560000"/>
            <a:ext cx="1874880" cy="72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22"/>
          <p:cNvSpPr/>
          <p:nvPr/>
        </p:nvSpPr>
        <p:spPr>
          <a:xfrm>
            <a:off x="12704400" y="3960000"/>
            <a:ext cx="1874880" cy="143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23"/>
          <p:cNvSpPr/>
          <p:nvPr/>
        </p:nvSpPr>
        <p:spPr>
          <a:xfrm>
            <a:off x="12704400" y="263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24"/>
          <p:cNvSpPr/>
          <p:nvPr/>
        </p:nvSpPr>
        <p:spPr>
          <a:xfrm>
            <a:off x="12704760" y="979200"/>
            <a:ext cx="1874880" cy="136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25"/>
          <p:cNvSpPr/>
          <p:nvPr/>
        </p:nvSpPr>
        <p:spPr>
          <a:xfrm>
            <a:off x="15840000" y="900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26"/>
          <p:cNvSpPr/>
          <p:nvPr/>
        </p:nvSpPr>
        <p:spPr>
          <a:xfrm>
            <a:off x="15840000" y="7380000"/>
            <a:ext cx="1874880" cy="118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7"/>
          <p:cNvSpPr/>
          <p:nvPr/>
        </p:nvSpPr>
        <p:spPr>
          <a:xfrm>
            <a:off x="15764760" y="54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8"/>
          <p:cNvSpPr/>
          <p:nvPr/>
        </p:nvSpPr>
        <p:spPr>
          <a:xfrm>
            <a:off x="15764760" y="41400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9"/>
          <p:cNvSpPr/>
          <p:nvPr/>
        </p:nvSpPr>
        <p:spPr>
          <a:xfrm>
            <a:off x="15764760" y="252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30"/>
          <p:cNvSpPr/>
          <p:nvPr/>
        </p:nvSpPr>
        <p:spPr>
          <a:xfrm>
            <a:off x="15764760" y="11592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1"/>
          <p:cNvSpPr/>
          <p:nvPr/>
        </p:nvSpPr>
        <p:spPr>
          <a:xfrm>
            <a:off x="9540000" y="10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31"/>
          <p:cNvSpPr/>
          <p:nvPr/>
        </p:nvSpPr>
        <p:spPr>
          <a:xfrm>
            <a:off x="9540000" y="270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32"/>
          <p:cNvSpPr/>
          <p:nvPr/>
        </p:nvSpPr>
        <p:spPr>
          <a:xfrm>
            <a:off x="9540000" y="432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33"/>
          <p:cNvSpPr/>
          <p:nvPr/>
        </p:nvSpPr>
        <p:spPr>
          <a:xfrm>
            <a:off x="9644760" y="587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34"/>
          <p:cNvSpPr/>
          <p:nvPr/>
        </p:nvSpPr>
        <p:spPr>
          <a:xfrm>
            <a:off x="9720000" y="73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5"/>
          <p:cNvSpPr/>
          <p:nvPr/>
        </p:nvSpPr>
        <p:spPr>
          <a:xfrm>
            <a:off x="9824760" y="911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3" name="Google Shape;66;p 3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4" name="Google Shape;67;p 3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68;p 3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69;p 3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70;p 3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71;p 3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72;p 3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73;p 3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74;p 3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75;p 3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6;p 3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7;p 3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8;p 3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9;p 3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7" name="Google Shape;80;p 3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8" name="Google Shape;81;p 3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9" name="Google Shape;82;p 3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0" name="Google Shape;83;p 3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1" name="Google Shape;84;p 3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2" name="Google Shape;85;p 3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3" name="Google Shape;86;p 3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4" name="Google Shape;91;p 3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65" name="Google Shape;87;p 36"/>
          <p:cNvSpPr/>
          <p:nvPr/>
        </p:nvSpPr>
        <p:spPr>
          <a:xfrm rot="33000">
            <a:off x="18353520" y="85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87;p 38"/>
          <p:cNvSpPr/>
          <p:nvPr/>
        </p:nvSpPr>
        <p:spPr>
          <a:xfrm rot="33000">
            <a:off x="18353520" y="88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87;p 39"/>
          <p:cNvSpPr/>
          <p:nvPr/>
        </p:nvSpPr>
        <p:spPr>
          <a:xfrm rot="33000">
            <a:off x="18353160" y="721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87;p 40"/>
          <p:cNvSpPr/>
          <p:nvPr/>
        </p:nvSpPr>
        <p:spPr>
          <a:xfrm rot="33000">
            <a:off x="18353160" y="559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87;p 41"/>
          <p:cNvSpPr/>
          <p:nvPr/>
        </p:nvSpPr>
        <p:spPr>
          <a:xfrm rot="33000">
            <a:off x="18353160" y="409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87;p 42"/>
          <p:cNvSpPr/>
          <p:nvPr/>
        </p:nvSpPr>
        <p:spPr>
          <a:xfrm rot="33000">
            <a:off x="18353160" y="25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E307-9CC2-75C5-3F0F-591A20B9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F6C67EEF-E860-FD58-3858-01C3AD864E51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72871F36-7E50-2CFB-E736-47BF9D8AE62C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309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B70BD-8561-3BEB-DCAC-F801DE91B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DD2B7B96-7DFD-F180-FE88-ED9D1B7F9E38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F74A1555-4AAD-0102-E19D-029FAE24316B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FD58CFA7-782A-6595-7FB4-49EB03F01BDA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0DD516D9-53D9-3936-7917-B7209EC5063B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D691ED96-A7F3-B425-4C6C-9276400ABAB7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180043A-5561-40A6-E53A-8A3772A1D401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6D1E6220-5DE2-CC1A-302F-E97264BFF812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A5C12714-840B-0AE2-8B43-0B6169D15EC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7E523F7A-C713-5144-95A7-913586955462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74FA0D7B-C596-CF39-1FE6-8090D028B96E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8A331D4C-123A-A25C-541F-347498D596DD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145696A6-1A46-30E6-287C-5CC41E0BA21C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8F2509B9-D712-DA9F-3C29-C26E0A3B7021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2A69348F-7A11-9AF7-FCA2-1C84794985CB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1B596C93-4924-1E07-D306-1EFED4C3F335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758EBD73-5904-BE17-CE5C-11157A860D5B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2EF90EAD-E09A-09F1-6CFD-0C5F9375077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B89CA18B-6E15-2C17-FC23-A1802B5F1F1C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1CF544BA-85EB-74E8-DAE4-0002F93A433B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7B33B2C4-E50D-1FFB-E8CD-DA36684CA477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2AE5409F-69B6-4649-AFEA-7D1E5BC49935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D2FD64A2-5902-1DED-1A12-E39816F23D40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4C65BD37-81C0-47D3-6A67-93FD39D0437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FC97DB13-084A-552E-C143-4170FAFA9694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001E0059-259A-66DA-E799-8AABAC94B755}"/>
              </a:ext>
            </a:extLst>
          </p:cNvPr>
          <p:cNvSpPr/>
          <p:nvPr/>
        </p:nvSpPr>
        <p:spPr>
          <a:xfrm>
            <a:off x="9366120" y="1257039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2E5EF7-10FB-68EE-E3C3-B26DEE03B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7314B7CC-911E-533D-9F2B-5F948B8BC3A6}"/>
              </a:ext>
            </a:extLst>
          </p:cNvPr>
          <p:cNvSpPr/>
          <p:nvPr/>
        </p:nvSpPr>
        <p:spPr>
          <a:xfrm>
            <a:off x="9366120" y="262309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16362786-391D-98EE-076F-370F4C765738}"/>
              </a:ext>
            </a:extLst>
          </p:cNvPr>
          <p:cNvSpPr/>
          <p:nvPr/>
        </p:nvSpPr>
        <p:spPr>
          <a:xfrm>
            <a:off x="9366120" y="416781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AA2BD56C-A5ED-E2F2-808E-789BE7DEEC04}"/>
              </a:ext>
            </a:extLst>
          </p:cNvPr>
          <p:cNvSpPr/>
          <p:nvPr/>
        </p:nvSpPr>
        <p:spPr>
          <a:xfrm>
            <a:off x="9366120" y="612625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06F18741-AE20-2087-87D3-2EA540D1A810}"/>
              </a:ext>
            </a:extLst>
          </p:cNvPr>
          <p:cNvSpPr/>
          <p:nvPr/>
        </p:nvSpPr>
        <p:spPr>
          <a:xfrm>
            <a:off x="9366120" y="758137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1759E3BF-6FBC-BD3B-F69D-59DF7D43E2E1}"/>
              </a:ext>
            </a:extLst>
          </p:cNvPr>
          <p:cNvSpPr/>
          <p:nvPr/>
        </p:nvSpPr>
        <p:spPr>
          <a:xfrm>
            <a:off x="9366120" y="903649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EABC4697-C325-E97D-571B-A96A86A7BB5F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06688CFE-324B-3DE4-AFB0-E9378C7A3251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0489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8E483-D5F1-EAE7-91CD-F13934DE1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AD1247B2-BAD1-3EBB-DF76-16F75A4AB4DB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625C174C-9066-096D-E396-62F164233D86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56E11A6B-E1FF-11F1-603B-49F8FD0A5F23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46F48B97-4CC8-13E0-CCD7-1E4F53FEBEA4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C7B03619-22DA-0B25-14DE-9068FB53CD7B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A96015B2-9C72-1449-F697-5A3D6ED13173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ADB38658-052F-FCA7-CD4C-6F2A5913EC0B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ED406476-3CBF-F9B8-1D0B-DC6FAFF6C7A7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581ED07E-0618-F66B-73BE-255706ECA5C8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6AF7B3E5-87A3-82A0-24EB-C223A8964607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D15E634C-0422-0D98-1B70-01ABCBBAB6D4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6EB6E2F5-8A10-2D84-A784-26AC2AFB67D0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2C9AF98C-26E9-8D90-1A7A-75B6909A8672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6C784DE9-4EE8-649A-DA42-1D8A5AAA84C4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B9D2D41C-150C-D6BB-4081-15C328FB9C45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06D541C3-B34D-A031-2C27-3DE8A013D113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0B2587F0-5002-3140-013A-127D38B7CDEA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AECEDE54-E3AE-F7C3-7A32-0282FE4CDA59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E9816BE7-9A80-AF09-53FD-A6AD0A9A5C66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57493F2E-C542-AC27-8870-BFCFE82D4772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8EB2805B-B679-2A77-2CFD-48E0DE4437DA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3B1F639D-90B0-1A58-C539-E09F74DF2154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0C8C7E71-73BF-6917-49BA-2EBCE132FB2F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189D625E-A668-C98F-BF0D-6B132E939699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FE843AF7-7EBD-7A79-BE98-0005E7DCFC37}"/>
              </a:ext>
            </a:extLst>
          </p:cNvPr>
          <p:cNvSpPr/>
          <p:nvPr/>
        </p:nvSpPr>
        <p:spPr>
          <a:xfrm>
            <a:off x="15532560" y="5913499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C42508C-D1BE-4FBE-C644-D8EDDDDA8C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6956E678-D824-4F4B-C6E6-30647D1963FB}"/>
              </a:ext>
            </a:extLst>
          </p:cNvPr>
          <p:cNvSpPr/>
          <p:nvPr/>
        </p:nvSpPr>
        <p:spPr>
          <a:xfrm>
            <a:off x="15532560" y="7553740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41F72F27-EAAB-B0F0-0519-257DFD25A299}"/>
              </a:ext>
            </a:extLst>
          </p:cNvPr>
          <p:cNvSpPr/>
          <p:nvPr/>
        </p:nvSpPr>
        <p:spPr>
          <a:xfrm>
            <a:off x="15536797" y="9128380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8560747D-AD5F-22DC-F591-73A5396DD9B4}"/>
              </a:ext>
            </a:extLst>
          </p:cNvPr>
          <p:cNvSpPr/>
          <p:nvPr/>
        </p:nvSpPr>
        <p:spPr>
          <a:xfrm>
            <a:off x="15532560" y="112709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41BA1EF1-9533-C028-C0F2-CC4DF63227CF}"/>
              </a:ext>
            </a:extLst>
          </p:cNvPr>
          <p:cNvSpPr/>
          <p:nvPr/>
        </p:nvSpPr>
        <p:spPr>
          <a:xfrm>
            <a:off x="15532560" y="2726544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A691CAC6-7058-B5AB-F38C-D4E2C2CF898B}"/>
              </a:ext>
            </a:extLst>
          </p:cNvPr>
          <p:cNvSpPr/>
          <p:nvPr/>
        </p:nvSpPr>
        <p:spPr>
          <a:xfrm>
            <a:off x="15532560" y="431695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4CBF43E1-0378-1E31-182F-22085CD351A0}"/>
              </a:ext>
            </a:extLst>
          </p:cNvPr>
          <p:cNvSpPr/>
          <p:nvPr/>
        </p:nvSpPr>
        <p:spPr>
          <a:xfrm>
            <a:off x="12424500" y="1382566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7152AF48-7718-F551-126C-AF68C04A9C13}"/>
              </a:ext>
            </a:extLst>
          </p:cNvPr>
          <p:cNvSpPr/>
          <p:nvPr/>
        </p:nvSpPr>
        <p:spPr>
          <a:xfrm>
            <a:off x="12395880" y="5940128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5757B0F9-E62B-9C63-CCEA-87F0FE43BE99}"/>
              </a:ext>
            </a:extLst>
          </p:cNvPr>
          <p:cNvSpPr/>
          <p:nvPr/>
        </p:nvSpPr>
        <p:spPr>
          <a:xfrm>
            <a:off x="12424500" y="2775604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5CF0B81E-A683-EA4D-D850-9682EFE8D6DB}"/>
              </a:ext>
            </a:extLst>
          </p:cNvPr>
          <p:cNvSpPr/>
          <p:nvPr/>
        </p:nvSpPr>
        <p:spPr>
          <a:xfrm>
            <a:off x="12395880" y="4329211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5D9ABB46-445D-2846-9DF9-AF41EB61458A}"/>
              </a:ext>
            </a:extLst>
          </p:cNvPr>
          <p:cNvSpPr/>
          <p:nvPr/>
        </p:nvSpPr>
        <p:spPr>
          <a:xfrm>
            <a:off x="12395880" y="9079172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86;p15">
            <a:extLst>
              <a:ext uri="{FF2B5EF4-FFF2-40B4-BE49-F238E27FC236}">
                <a16:creationId xmlns:a16="http://schemas.microsoft.com/office/drawing/2014/main" id="{D10A08A2-C74B-536F-7A4C-1C968E1849AA}"/>
              </a:ext>
            </a:extLst>
          </p:cNvPr>
          <p:cNvSpPr/>
          <p:nvPr/>
        </p:nvSpPr>
        <p:spPr>
          <a:xfrm>
            <a:off x="12424500" y="7385601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377989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</TotalTime>
  <Words>1337</Words>
  <Application>Microsoft Office PowerPoint</Application>
  <PresentationFormat>Custom</PresentationFormat>
  <Paragraphs>310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Consolas</vt:lpstr>
      <vt:lpstr>Symbol</vt:lpstr>
      <vt:lpstr>Times New Roman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Afonso Fernando Bras Rodriguez</cp:lastModifiedBy>
  <cp:revision>12</cp:revision>
  <dcterms:modified xsi:type="dcterms:W3CDTF">2025-11-14T22:54:42Z</dcterms:modified>
  <dc:language>pt-PT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Personalizados</vt:lpwstr>
  </property>
  <property fmtid="{D5CDD505-2E9C-101B-9397-08002B2CF9AE}" pid="4" name="Slides">
    <vt:i4>11</vt:i4>
  </property>
</Properties>
</file>