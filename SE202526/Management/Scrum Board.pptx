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5" r:id="rId27"/>
    <p:sldId id="286" r:id="rId28"/>
    <p:sldId id="281" r:id="rId29"/>
    <p:sldId id="282" r:id="rId30"/>
    <p:sldId id="283" r:id="rId31"/>
    <p:sldId id="284" r:id="rId32"/>
  </p:sldIdLst>
  <p:sldSz cx="21599525" cy="10799763"/>
  <p:notesSz cx="7559675" cy="10691813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pt-PT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diapositivo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A6FE105-A1C1-43E2-824F-9B20EF005923}" type="slidenum"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65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 type="sldNum" idx="15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04ED7C-6C07-43FD-B7B4-A71812E025FE}" type="slidenum"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62AD6-E99E-D980-2F41-CE21DEE8D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3398DF0-6781-6189-5273-17765209C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387FC284-D590-21DF-2B9E-9C4229916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B5F885D-2185-A4B5-6061-3E63C54DB6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8C0BC-E290-45A3-9C2C-776007A82972}" type="slidenum">
              <a:rPr lang="pt-PT" smtClean="0"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7498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709E-AD2E-8EA0-C4D5-73A5D2C60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061337A1-8728-60C8-9B9F-90656232F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4999268-A164-008F-D7A1-AB36F7163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5B085C8-5D10-FD79-D987-95FE57325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8C0BC-E290-45A3-9C2C-776007A82972}" type="slidenum">
              <a:rPr lang="pt-PT" smtClean="0"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1176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D16B930-BEC7-437F-8182-121920D0E890}" type="slidenum"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17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5BFE5B8-944D-49BA-9926-16D7EEB59A73}" type="slidenum"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71360" y="1336680"/>
            <a:ext cx="7215840" cy="360720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18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62DC55-3C80-45EA-9279-3B96EBB53404}" type="slidenum"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39720" cy="8587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B4B82A-D4E0-4159-9F12-DE03820FDB1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9"/>
          <p:cNvSpPr/>
          <p:nvPr/>
        </p:nvSpPr>
        <p:spPr>
          <a:xfrm>
            <a:off x="10800000" y="-360"/>
            <a:ext cx="10797840" cy="107978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3680" cy="311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1920" cy="775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4ADE6E-6EB9-4D32-B2D1-0C453BEAE552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8520" cy="1268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96D9AE-6A15-4A2C-8A07-E847122531A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5440" cy="4308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A81D4A-2BFE-4DB0-816C-BDB93DC26B8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7480" cy="6261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5440" cy="412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5440" cy="2729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394355-593B-4659-80A1-C294DC131D4A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BFA1E8-B334-4332-BDFE-3F85E824900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6400" cy="717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6400" cy="717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5039A2-129B-483C-A66F-A2B395603F1E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5440" cy="1765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CBBC14-0E95-4DF1-8445-FFFD5A67313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5440" cy="717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163804-46E7-4A35-8854-9EC0A7896430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440" cy="120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12A86A-A276-4451-AE1D-1E7CB327D71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0840" cy="1584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0840" cy="667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3840" cy="82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A36230-C02B-4919-9F73-5CE7DD97798A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8120" cy="2767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Google Shape;61;p14"/>
          <p:cNvSpPr txBox="1"/>
          <p:nvPr/>
        </p:nvSpPr>
        <p:spPr>
          <a:xfrm>
            <a:off x="814320" y="3300840"/>
            <a:ext cx="1996920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" name="Google Shape;86;p15"/>
          <p:cNvSpPr/>
          <p:nvPr/>
        </p:nvSpPr>
        <p:spPr>
          <a:xfrm>
            <a:off x="167400" y="801720"/>
            <a:ext cx="2408760" cy="2638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7;p15"/>
          <p:cNvSpPr/>
          <p:nvPr/>
        </p:nvSpPr>
        <p:spPr>
          <a:xfrm>
            <a:off x="141120" y="730260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2" name="Google Shape;92;p15"/>
          <p:cNvSpPr/>
          <p:nvPr/>
        </p:nvSpPr>
        <p:spPr>
          <a:xfrm>
            <a:off x="167400" y="3894840"/>
            <a:ext cx="2435040" cy="2940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Google Shape;97;p16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4" name="Google Shape;98;p16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9;p16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0;p16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1;p16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2;p16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3;p16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4;p16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5;p16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6;p16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07;p16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8;p16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9;p16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0;p16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Google Shape;111;p16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" name="Google Shape;112;p16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9" name="Google Shape;113;p16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0" name="Google Shape;114;p16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1" name="Google Shape;115;p16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2" name="Google Shape;116;p16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83" name="Google Shape;117;p16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8;p16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9;p16"/>
          <p:cNvSpPr/>
          <p:nvPr/>
        </p:nvSpPr>
        <p:spPr>
          <a:xfrm>
            <a:off x="1239552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20;p16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21;p16"/>
          <p:cNvSpPr/>
          <p:nvPr/>
        </p:nvSpPr>
        <p:spPr>
          <a:xfrm>
            <a:off x="1542600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Google Shape;122;p16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9" name="Google Shape;123;p16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oogle Shape;128;p17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1" name="Google Shape;129;p17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0;p17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1;p17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2;p17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3;p17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4;p17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5;p17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36;p17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37;p17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38;p17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39;p17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0;p17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41;p17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Google Shape;142;p17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5" name="Google Shape;143;p17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6" name="Google Shape;144;p17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7" name="Google Shape;145;p17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8" name="Google Shape;146;p17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9" name="Google Shape;147;p17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10" name="Google Shape;148;p17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49;p17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50;p17"/>
          <p:cNvSpPr/>
          <p:nvPr/>
        </p:nvSpPr>
        <p:spPr>
          <a:xfrm>
            <a:off x="1553256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51;p17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52;p17"/>
          <p:cNvSpPr/>
          <p:nvPr/>
        </p:nvSpPr>
        <p:spPr>
          <a:xfrm>
            <a:off x="1542600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Google Shape;153;p17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6" name="Google Shape;154;p17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59;p18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8" name="Google Shape;160;p18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1;p18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2;p18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3;p18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64;p18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65;p18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66;p18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67;p18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68;p18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69;p18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70;p18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71;p18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2;p18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oogle Shape;173;p18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2" name="Google Shape;174;p18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3" name="Google Shape;175;p18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4" name="Google Shape;176;p18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5" name="Google Shape;177;p18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6" name="Google Shape;178;p18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7" name="Google Shape;179;p18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80;p18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1553256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1239588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Google Shape;184;p18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3" name="Google Shape;185;p18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190;p19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5" name="Google Shape;191;p19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2;p19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3;p19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94;p19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95;p19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96;p19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97;p19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99;p19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200;p19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201;p19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202;p19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19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Google Shape;204;p19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9" name="Google Shape;205;p19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0" name="Google Shape;206;p19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1" name="Google Shape;207;p19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2" name="Google Shape;208;p19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3" name="Google Shape;209;p19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64" name="Google Shape;210;p19"/>
          <p:cNvSpPr/>
          <p:nvPr/>
        </p:nvSpPr>
        <p:spPr>
          <a:xfrm>
            <a:off x="16740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11;p19"/>
          <p:cNvSpPr/>
          <p:nvPr/>
        </p:nvSpPr>
        <p:spPr>
          <a:xfrm>
            <a:off x="628164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12;p19"/>
          <p:cNvSpPr/>
          <p:nvPr/>
        </p:nvSpPr>
        <p:spPr>
          <a:xfrm>
            <a:off x="18668880" y="8017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13;p19"/>
          <p:cNvSpPr/>
          <p:nvPr/>
        </p:nvSpPr>
        <p:spPr>
          <a:xfrm>
            <a:off x="6281640" y="404280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14;p19"/>
          <p:cNvSpPr/>
          <p:nvPr/>
        </p:nvSpPr>
        <p:spPr>
          <a:xfrm>
            <a:off x="12395880" y="395352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Google Shape;215;p19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0" name="Google Shape;216;p19"/>
          <p:cNvSpPr/>
          <p:nvPr/>
        </p:nvSpPr>
        <p:spPr>
          <a:xfrm>
            <a:off x="140760" y="2687040"/>
            <a:ext cx="2408760" cy="1646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Google Shape;222;p20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4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8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9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0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1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2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93" name="Google Shape;86;p15"/>
          <p:cNvSpPr/>
          <p:nvPr/>
        </p:nvSpPr>
        <p:spPr>
          <a:xfrm>
            <a:off x="167400" y="801720"/>
            <a:ext cx="2408760" cy="26384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5" name="Google Shape;92;p15"/>
          <p:cNvSpPr/>
          <p:nvPr/>
        </p:nvSpPr>
        <p:spPr>
          <a:xfrm>
            <a:off x="167400" y="3894840"/>
            <a:ext cx="2435040" cy="26384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87;p15"/>
          <p:cNvSpPr/>
          <p:nvPr/>
        </p:nvSpPr>
        <p:spPr>
          <a:xfrm>
            <a:off x="29520" y="1385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87;p15"/>
          <p:cNvSpPr/>
          <p:nvPr/>
        </p:nvSpPr>
        <p:spPr>
          <a:xfrm>
            <a:off x="984600" y="148068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8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9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3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4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5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6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7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8" name="Google Shape;86;p15"/>
          <p:cNvSpPr/>
          <p:nvPr/>
        </p:nvSpPr>
        <p:spPr>
          <a:xfrm>
            <a:off x="6235200" y="1330920"/>
            <a:ext cx="2408760" cy="40748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0" name="Google Shape;92;p15"/>
          <p:cNvSpPr/>
          <p:nvPr/>
        </p:nvSpPr>
        <p:spPr>
          <a:xfrm>
            <a:off x="6240960" y="6022080"/>
            <a:ext cx="2435040" cy="4174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91080" y="719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680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12691080" y="21222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12691080" y="3372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12691080" y="5006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12663360" y="66319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87;p15"/>
          <p:cNvSpPr/>
          <p:nvPr/>
        </p:nvSpPr>
        <p:spPr>
          <a:xfrm>
            <a:off x="12663360" y="82764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87;p15"/>
          <p:cNvSpPr/>
          <p:nvPr/>
        </p:nvSpPr>
        <p:spPr>
          <a:xfrm>
            <a:off x="9609840" y="2283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87;p15"/>
          <p:cNvSpPr/>
          <p:nvPr/>
        </p:nvSpPr>
        <p:spPr>
          <a:xfrm>
            <a:off x="9609840" y="3782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7;p15"/>
          <p:cNvSpPr/>
          <p:nvPr/>
        </p:nvSpPr>
        <p:spPr>
          <a:xfrm>
            <a:off x="9621000" y="5207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87;p15"/>
          <p:cNvSpPr/>
          <p:nvPr/>
        </p:nvSpPr>
        <p:spPr>
          <a:xfrm>
            <a:off x="9609840" y="67255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87;p15"/>
          <p:cNvSpPr/>
          <p:nvPr/>
        </p:nvSpPr>
        <p:spPr>
          <a:xfrm>
            <a:off x="9582120" y="83016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34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75;p15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76;p15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77;p15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78;p15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8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9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0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1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2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53" name="Google Shape;86;p15"/>
          <p:cNvSpPr/>
          <p:nvPr/>
        </p:nvSpPr>
        <p:spPr>
          <a:xfrm>
            <a:off x="6235200" y="1330920"/>
            <a:ext cx="2408760" cy="40748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4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55" name="Google Shape;92;p15"/>
          <p:cNvSpPr/>
          <p:nvPr/>
        </p:nvSpPr>
        <p:spPr>
          <a:xfrm>
            <a:off x="6240960" y="6022080"/>
            <a:ext cx="2435040" cy="4174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9018800" y="6800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737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9018800" y="208260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9018800" y="33321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9018800" y="49665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8991080" y="65923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87;p15"/>
          <p:cNvSpPr/>
          <p:nvPr/>
        </p:nvSpPr>
        <p:spPr>
          <a:xfrm>
            <a:off x="18991080" y="82364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7;p15"/>
          <p:cNvSpPr/>
          <p:nvPr/>
        </p:nvSpPr>
        <p:spPr>
          <a:xfrm>
            <a:off x="12657600" y="23407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87;p15"/>
          <p:cNvSpPr/>
          <p:nvPr/>
        </p:nvSpPr>
        <p:spPr>
          <a:xfrm>
            <a:off x="12657600" y="383976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87;p15"/>
          <p:cNvSpPr/>
          <p:nvPr/>
        </p:nvSpPr>
        <p:spPr>
          <a:xfrm>
            <a:off x="12668400" y="52646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87;p15"/>
          <p:cNvSpPr/>
          <p:nvPr/>
        </p:nvSpPr>
        <p:spPr>
          <a:xfrm>
            <a:off x="12657600" y="678312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87;p15"/>
          <p:cNvSpPr/>
          <p:nvPr/>
        </p:nvSpPr>
        <p:spPr>
          <a:xfrm>
            <a:off x="12629880" y="8358840"/>
            <a:ext cx="1873800" cy="2291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66;p 1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71" name="Google Shape;67;p 1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68;p 1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69;p 1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0;p 1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1;p 1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2;p 1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3;p 1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74;p 1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75;p 1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76;p 1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77;p 1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78;p 1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79;p 1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Google Shape;80;p 1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5" name="Google Shape;81;p 1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6" name="Google Shape;82;p 1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7" name="Google Shape;83;p 1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8" name="Google Shape;84;p 1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9" name="Google Shape;85;p 1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90" name="Google Shape;86;p 1"/>
          <p:cNvSpPr/>
          <p:nvPr/>
        </p:nvSpPr>
        <p:spPr>
          <a:xfrm>
            <a:off x="6235200" y="970920"/>
            <a:ext cx="2408760" cy="8927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1" name="Google Shape;91;p 1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2" name="Google Shape;87;p 1"/>
          <p:cNvSpPr/>
          <p:nvPr/>
        </p:nvSpPr>
        <p:spPr>
          <a:xfrm>
            <a:off x="18838800" y="12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2"/>
          <p:cNvSpPr/>
          <p:nvPr/>
        </p:nvSpPr>
        <p:spPr>
          <a:xfrm>
            <a:off x="12600000" y="907596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3"/>
          <p:cNvSpPr/>
          <p:nvPr/>
        </p:nvSpPr>
        <p:spPr>
          <a:xfrm>
            <a:off x="18900000" y="28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4"/>
          <p:cNvSpPr/>
          <p:nvPr/>
        </p:nvSpPr>
        <p:spPr>
          <a:xfrm>
            <a:off x="18838800" y="428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6"/>
          <p:cNvSpPr/>
          <p:nvPr/>
        </p:nvSpPr>
        <p:spPr>
          <a:xfrm>
            <a:off x="18838800" y="594000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7"/>
          <p:cNvSpPr/>
          <p:nvPr/>
        </p:nvSpPr>
        <p:spPr>
          <a:xfrm>
            <a:off x="18838800" y="75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87;p 14"/>
          <p:cNvSpPr/>
          <p:nvPr/>
        </p:nvSpPr>
        <p:spPr>
          <a:xfrm>
            <a:off x="18838800" y="91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7;p 15"/>
          <p:cNvSpPr/>
          <p:nvPr/>
        </p:nvSpPr>
        <p:spPr>
          <a:xfrm>
            <a:off x="12600360" y="720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87;p 11"/>
          <p:cNvSpPr/>
          <p:nvPr/>
        </p:nvSpPr>
        <p:spPr>
          <a:xfrm>
            <a:off x="12657600" y="547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87;p 2"/>
          <p:cNvSpPr/>
          <p:nvPr/>
        </p:nvSpPr>
        <p:spPr>
          <a:xfrm>
            <a:off x="12704400" y="378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87;p 8"/>
          <p:cNvSpPr/>
          <p:nvPr/>
        </p:nvSpPr>
        <p:spPr>
          <a:xfrm>
            <a:off x="12704400" y="223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87;p 9"/>
          <p:cNvSpPr/>
          <p:nvPr/>
        </p:nvSpPr>
        <p:spPr>
          <a:xfrm>
            <a:off x="12600000" y="61884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4" name="Google Shape;66;p 2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05" name="Google Shape;67;p 2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68;p 2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69;p 2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0;p 2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1;p 2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2;p 2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3;p 2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74;p 2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75;p 2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76;p 2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Google Shape;77;p 2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78;p 2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Google Shape;79;p 2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Google Shape;80;p 2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9" name="Google Shape;81;p 2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0" name="Google Shape;82;p 2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1" name="Google Shape;83;p 2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2" name="Google Shape;84;p 2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3" name="Google Shape;85;p 2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24" name="Google Shape;86;p 2"/>
          <p:cNvSpPr/>
          <p:nvPr/>
        </p:nvSpPr>
        <p:spPr>
          <a:xfrm>
            <a:off x="6235200" y="970920"/>
            <a:ext cx="2408760" cy="9467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5" name="Google Shape;91;p 2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6" name="Google Shape;87;p 5"/>
          <p:cNvSpPr/>
          <p:nvPr/>
        </p:nvSpPr>
        <p:spPr>
          <a:xfrm>
            <a:off x="18838800" y="12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10"/>
          <p:cNvSpPr/>
          <p:nvPr/>
        </p:nvSpPr>
        <p:spPr>
          <a:xfrm>
            <a:off x="12539160" y="8869680"/>
            <a:ext cx="2158560" cy="118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13"/>
          <p:cNvSpPr/>
          <p:nvPr/>
        </p:nvSpPr>
        <p:spPr>
          <a:xfrm>
            <a:off x="18900000" y="28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16"/>
          <p:cNvSpPr/>
          <p:nvPr/>
        </p:nvSpPr>
        <p:spPr>
          <a:xfrm>
            <a:off x="18838800" y="428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17"/>
          <p:cNvSpPr/>
          <p:nvPr/>
        </p:nvSpPr>
        <p:spPr>
          <a:xfrm>
            <a:off x="18838800" y="594000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18"/>
          <p:cNvSpPr/>
          <p:nvPr/>
        </p:nvSpPr>
        <p:spPr>
          <a:xfrm>
            <a:off x="18838800" y="752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19"/>
          <p:cNvSpPr/>
          <p:nvPr/>
        </p:nvSpPr>
        <p:spPr>
          <a:xfrm>
            <a:off x="18838800" y="9140040"/>
            <a:ext cx="1139400" cy="758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0"/>
          <p:cNvSpPr/>
          <p:nvPr/>
        </p:nvSpPr>
        <p:spPr>
          <a:xfrm>
            <a:off x="12600360" y="7560000"/>
            <a:ext cx="1873800" cy="728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2"/>
          <p:cNvSpPr/>
          <p:nvPr/>
        </p:nvSpPr>
        <p:spPr>
          <a:xfrm>
            <a:off x="12704400" y="3960000"/>
            <a:ext cx="1873800" cy="143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3"/>
          <p:cNvSpPr/>
          <p:nvPr/>
        </p:nvSpPr>
        <p:spPr>
          <a:xfrm>
            <a:off x="12704400" y="263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24"/>
          <p:cNvSpPr/>
          <p:nvPr/>
        </p:nvSpPr>
        <p:spPr>
          <a:xfrm>
            <a:off x="12704760" y="979200"/>
            <a:ext cx="1873800" cy="135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5"/>
          <p:cNvSpPr/>
          <p:nvPr/>
        </p:nvSpPr>
        <p:spPr>
          <a:xfrm>
            <a:off x="15840000" y="9000000"/>
            <a:ext cx="1873800" cy="107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26"/>
          <p:cNvSpPr/>
          <p:nvPr/>
        </p:nvSpPr>
        <p:spPr>
          <a:xfrm>
            <a:off x="15840000" y="7380000"/>
            <a:ext cx="1873800" cy="117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27"/>
          <p:cNvSpPr/>
          <p:nvPr/>
        </p:nvSpPr>
        <p:spPr>
          <a:xfrm>
            <a:off x="15764760" y="5400000"/>
            <a:ext cx="1873800" cy="171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28"/>
          <p:cNvSpPr/>
          <p:nvPr/>
        </p:nvSpPr>
        <p:spPr>
          <a:xfrm>
            <a:off x="15764760" y="4140000"/>
            <a:ext cx="1873800" cy="99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29"/>
          <p:cNvSpPr/>
          <p:nvPr/>
        </p:nvSpPr>
        <p:spPr>
          <a:xfrm>
            <a:off x="15764760" y="2520000"/>
            <a:ext cx="1873800" cy="1078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0"/>
          <p:cNvSpPr/>
          <p:nvPr/>
        </p:nvSpPr>
        <p:spPr>
          <a:xfrm>
            <a:off x="15764760" y="1159200"/>
            <a:ext cx="1873800" cy="99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87;p 21"/>
          <p:cNvSpPr/>
          <p:nvPr/>
        </p:nvSpPr>
        <p:spPr>
          <a:xfrm>
            <a:off x="9540000" y="108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87;p 31"/>
          <p:cNvSpPr/>
          <p:nvPr/>
        </p:nvSpPr>
        <p:spPr>
          <a:xfrm>
            <a:off x="9540000" y="270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87;p 32"/>
          <p:cNvSpPr/>
          <p:nvPr/>
        </p:nvSpPr>
        <p:spPr>
          <a:xfrm>
            <a:off x="9540000" y="432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87;p 33"/>
          <p:cNvSpPr/>
          <p:nvPr/>
        </p:nvSpPr>
        <p:spPr>
          <a:xfrm>
            <a:off x="9644760" y="587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87;p 34"/>
          <p:cNvSpPr/>
          <p:nvPr/>
        </p:nvSpPr>
        <p:spPr>
          <a:xfrm>
            <a:off x="9720000" y="7380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87;p 35"/>
          <p:cNvSpPr/>
          <p:nvPr/>
        </p:nvSpPr>
        <p:spPr>
          <a:xfrm>
            <a:off x="9824760" y="9117000"/>
            <a:ext cx="1873800" cy="961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9" name="Google Shape;66;p 3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50" name="Google Shape;67;p 3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68;p 3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69;p 3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0;p 3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1;p 3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2;p 3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3;p 3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Google Shape;74;p 3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75;p 3"/>
          <p:cNvSpPr/>
          <p:nvPr/>
        </p:nvSpPr>
        <p:spPr>
          <a:xfrm>
            <a:off x="3197160" y="29613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76;p 3"/>
          <p:cNvSpPr/>
          <p:nvPr/>
        </p:nvSpPr>
        <p:spPr>
          <a:xfrm>
            <a:off x="3197160" y="45374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77;p 3"/>
          <p:cNvSpPr/>
          <p:nvPr/>
        </p:nvSpPr>
        <p:spPr>
          <a:xfrm>
            <a:off x="3197160" y="61131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78;p 3"/>
          <p:cNvSpPr/>
          <p:nvPr/>
        </p:nvSpPr>
        <p:spPr>
          <a:xfrm>
            <a:off x="3197160" y="7689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79;p 3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3" name="Google Shape;80;p 3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4" name="Google Shape;81;p 3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5" name="Google Shape;82;p 3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6" name="Google Shape;83;p 3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7" name="Google Shape;84;p 3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8" name="Google Shape;85;p 3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9" name="Google Shape;86;p 3"/>
          <p:cNvSpPr/>
          <p:nvPr/>
        </p:nvSpPr>
        <p:spPr>
          <a:xfrm>
            <a:off x="6235200" y="970920"/>
            <a:ext cx="2408760" cy="9467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Google Shape;91;p 3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71" name="Google Shape;87;p 36"/>
          <p:cNvSpPr/>
          <p:nvPr/>
        </p:nvSpPr>
        <p:spPr>
          <a:xfrm rot="33000">
            <a:off x="18352440" y="8524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87;p 38"/>
          <p:cNvSpPr/>
          <p:nvPr/>
        </p:nvSpPr>
        <p:spPr>
          <a:xfrm rot="33000">
            <a:off x="18352440" y="883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7;p 39"/>
          <p:cNvSpPr/>
          <p:nvPr/>
        </p:nvSpPr>
        <p:spPr>
          <a:xfrm rot="33000">
            <a:off x="18352080" y="721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87;p 40"/>
          <p:cNvSpPr/>
          <p:nvPr/>
        </p:nvSpPr>
        <p:spPr>
          <a:xfrm rot="33000">
            <a:off x="18352080" y="559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87;p 41"/>
          <p:cNvSpPr/>
          <p:nvPr/>
        </p:nvSpPr>
        <p:spPr>
          <a:xfrm rot="33000">
            <a:off x="18352080" y="40924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7;p 42"/>
          <p:cNvSpPr/>
          <p:nvPr/>
        </p:nvSpPr>
        <p:spPr>
          <a:xfrm rot="33000">
            <a:off x="18352080" y="2533680"/>
            <a:ext cx="2879280" cy="1292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9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80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4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5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6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7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8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99" name="Google Shape;86;p15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7;p1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2" name="Google Shape;92;p15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86;p15"/>
          <p:cNvSpPr/>
          <p:nvPr/>
        </p:nvSpPr>
        <p:spPr>
          <a:xfrm>
            <a:off x="9366120" y="125712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404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Google Shape;86;p15"/>
          <p:cNvSpPr/>
          <p:nvPr/>
        </p:nvSpPr>
        <p:spPr>
          <a:xfrm>
            <a:off x="9366120" y="26229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406" name="Google Shape;86;p15"/>
          <p:cNvSpPr/>
          <p:nvPr/>
        </p:nvSpPr>
        <p:spPr>
          <a:xfrm>
            <a:off x="9366120" y="41677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</a:p>
        </p:txBody>
      </p:sp>
      <p:sp>
        <p:nvSpPr>
          <p:cNvPr id="407" name="Google Shape;86;p15"/>
          <p:cNvSpPr/>
          <p:nvPr/>
        </p:nvSpPr>
        <p:spPr>
          <a:xfrm>
            <a:off x="9366120" y="61261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408" name="Google Shape;86;p15"/>
          <p:cNvSpPr/>
          <p:nvPr/>
        </p:nvSpPr>
        <p:spPr>
          <a:xfrm>
            <a:off x="9366120" y="758124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409" name="Google Shape;86;p15"/>
          <p:cNvSpPr/>
          <p:nvPr/>
        </p:nvSpPr>
        <p:spPr>
          <a:xfrm>
            <a:off x="9366120" y="90363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</a:p>
        </p:txBody>
      </p:sp>
      <p:sp>
        <p:nvSpPr>
          <p:cNvPr id="410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2" name="Google Shape;66;p 6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13" name="Google Shape;67;p 6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68;p 6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69;p 6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Google Shape;70;p 6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Google Shape;71;p 6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72;p 6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73;p 6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74;p 6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Google Shape;75;p 6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Google Shape;76;p 6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77;p 6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78;p 6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79;p 6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6" name="Google Shape;80;p 6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7" name="Google Shape;81;p 6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8" name="Google Shape;82;p 6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9" name="Google Shape;83;p 6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0" name="Google Shape;84;p 6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1" name="Google Shape;85;p 6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32" name="Google Shape;86;p 23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Google Shape;87;p 44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Google Shape;91;p 6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35" name="Google Shape;92;p 1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86;p 25"/>
          <p:cNvSpPr/>
          <p:nvPr/>
        </p:nvSpPr>
        <p:spPr>
          <a:xfrm>
            <a:off x="15532560" y="591336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437" name="Rectangle 2"/>
          <p:cNvSpPr/>
          <p:nvPr/>
        </p:nvSpPr>
        <p:spPr>
          <a:xfrm>
            <a:off x="0" y="-228600"/>
            <a:ext cx="78894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86;p 26"/>
          <p:cNvSpPr/>
          <p:nvPr/>
        </p:nvSpPr>
        <p:spPr>
          <a:xfrm>
            <a:off x="15532560" y="755388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439" name="Google Shape;86;p 27"/>
          <p:cNvSpPr/>
          <p:nvPr/>
        </p:nvSpPr>
        <p:spPr>
          <a:xfrm>
            <a:off x="15536880" y="91285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</a:p>
        </p:txBody>
      </p:sp>
      <p:sp>
        <p:nvSpPr>
          <p:cNvPr id="440" name="Google Shape;86;p 28"/>
          <p:cNvSpPr/>
          <p:nvPr/>
        </p:nvSpPr>
        <p:spPr>
          <a:xfrm>
            <a:off x="15532560" y="11271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441" name="Google Shape;86;p 29"/>
          <p:cNvSpPr/>
          <p:nvPr/>
        </p:nvSpPr>
        <p:spPr>
          <a:xfrm>
            <a:off x="15532560" y="272664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442" name="Google Shape;86;p 30"/>
          <p:cNvSpPr/>
          <p:nvPr/>
        </p:nvSpPr>
        <p:spPr>
          <a:xfrm>
            <a:off x="15532560" y="43171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</a:p>
        </p:txBody>
      </p:sp>
      <p:sp>
        <p:nvSpPr>
          <p:cNvPr id="443" name="Google Shape;86;p 31"/>
          <p:cNvSpPr/>
          <p:nvPr/>
        </p:nvSpPr>
        <p:spPr>
          <a:xfrm>
            <a:off x="12424680" y="13824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Google Shape;86;p 32"/>
          <p:cNvSpPr/>
          <p:nvPr/>
        </p:nvSpPr>
        <p:spPr>
          <a:xfrm>
            <a:off x="12395880" y="59400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86;p 33"/>
          <p:cNvSpPr/>
          <p:nvPr/>
        </p:nvSpPr>
        <p:spPr>
          <a:xfrm>
            <a:off x="12424680" y="27756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86;p 34"/>
          <p:cNvSpPr/>
          <p:nvPr/>
        </p:nvSpPr>
        <p:spPr>
          <a:xfrm>
            <a:off x="12395880" y="43293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Google Shape;86;p 35"/>
          <p:cNvSpPr/>
          <p:nvPr/>
        </p:nvSpPr>
        <p:spPr>
          <a:xfrm>
            <a:off x="12395880" y="90792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Google Shape;86;p 36"/>
          <p:cNvSpPr/>
          <p:nvPr/>
        </p:nvSpPr>
        <p:spPr>
          <a:xfrm>
            <a:off x="12424680" y="738576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9" name="Google Shape;66;p 7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0" name="Google Shape;67;p 7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68;p 7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69;p 7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70;p 7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Google Shape;71;p 7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72;p 7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Google Shape;73;p 7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Google Shape;74;p 7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75;p 7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76;p 7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77;p 7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78;p 7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79;p 7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3" name="Google Shape;80;p 7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4" name="Google Shape;81;p 7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5" name="Google Shape;82;p 7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6" name="Google Shape;83;p 7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7" name="Google Shape;84;p 7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8" name="Google Shape;85;p 7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69" name="Google Shape;86;p 19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Google Shape;87;p 4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1" name="Google Shape;91;p 7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72" name="Google Shape;92;p 4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Google Shape;86;p 20"/>
          <p:cNvSpPr/>
          <p:nvPr/>
        </p:nvSpPr>
        <p:spPr>
          <a:xfrm>
            <a:off x="18668880" y="1203840"/>
            <a:ext cx="24350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474" name="Rectangle 5"/>
          <p:cNvSpPr/>
          <p:nvPr/>
        </p:nvSpPr>
        <p:spPr>
          <a:xfrm>
            <a:off x="0" y="-228600"/>
            <a:ext cx="78894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Google Shape;86;p 21"/>
          <p:cNvSpPr/>
          <p:nvPr/>
        </p:nvSpPr>
        <p:spPr>
          <a:xfrm>
            <a:off x="18668880" y="262296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ones.</a:t>
            </a:r>
          </a:p>
        </p:txBody>
      </p:sp>
      <p:sp>
        <p:nvSpPr>
          <p:cNvPr id="476" name="Google Shape;86;p 22"/>
          <p:cNvSpPr/>
          <p:nvPr/>
        </p:nvSpPr>
        <p:spPr>
          <a:xfrm>
            <a:off x="18668880" y="426528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</a:p>
        </p:txBody>
      </p:sp>
      <p:sp>
        <p:nvSpPr>
          <p:cNvPr id="477" name="Google Shape;86;p 37"/>
          <p:cNvSpPr/>
          <p:nvPr/>
        </p:nvSpPr>
        <p:spPr>
          <a:xfrm>
            <a:off x="18668880" y="585000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478" name="Google Shape;86;p 38"/>
          <p:cNvSpPr/>
          <p:nvPr/>
        </p:nvSpPr>
        <p:spPr>
          <a:xfrm>
            <a:off x="18668880" y="889020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479" name="Google Shape;86;p 39"/>
          <p:cNvSpPr/>
          <p:nvPr/>
        </p:nvSpPr>
        <p:spPr>
          <a:xfrm>
            <a:off x="18668880" y="7389720"/>
            <a:ext cx="2435040" cy="1157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</a:p>
        </p:txBody>
      </p:sp>
      <p:sp>
        <p:nvSpPr>
          <p:cNvPr id="480" name="Google Shape;86;p 41"/>
          <p:cNvSpPr/>
          <p:nvPr/>
        </p:nvSpPr>
        <p:spPr>
          <a:xfrm>
            <a:off x="12424680" y="13824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86;p 42"/>
          <p:cNvSpPr/>
          <p:nvPr/>
        </p:nvSpPr>
        <p:spPr>
          <a:xfrm>
            <a:off x="12395880" y="59400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86;p 43"/>
          <p:cNvSpPr/>
          <p:nvPr/>
        </p:nvSpPr>
        <p:spPr>
          <a:xfrm>
            <a:off x="12424680" y="277560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86;p 44"/>
          <p:cNvSpPr/>
          <p:nvPr/>
        </p:nvSpPr>
        <p:spPr>
          <a:xfrm>
            <a:off x="12395880" y="43293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86;p 45"/>
          <p:cNvSpPr/>
          <p:nvPr/>
        </p:nvSpPr>
        <p:spPr>
          <a:xfrm>
            <a:off x="12395880" y="907920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86;p 46"/>
          <p:cNvSpPr/>
          <p:nvPr/>
        </p:nvSpPr>
        <p:spPr>
          <a:xfrm>
            <a:off x="12424680" y="738576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89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2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3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4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5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6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7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08" name="Google Shape;86;p15"/>
          <p:cNvSpPr/>
          <p:nvPr/>
        </p:nvSpPr>
        <p:spPr>
          <a:xfrm>
            <a:off x="6396120" y="1257120"/>
            <a:ext cx="2435040" cy="3837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Google Shape;87;p15"/>
          <p:cNvSpPr/>
          <p:nvPr/>
        </p:nvSpPr>
        <p:spPr>
          <a:xfrm>
            <a:off x="167400" y="6967080"/>
            <a:ext cx="2435040" cy="2774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0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11" name="Google Shape;92;p15"/>
          <p:cNvSpPr/>
          <p:nvPr/>
        </p:nvSpPr>
        <p:spPr>
          <a:xfrm>
            <a:off x="6422400" y="6126120"/>
            <a:ext cx="2435040" cy="3615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Google Shape;86;p15"/>
          <p:cNvSpPr/>
          <p:nvPr/>
        </p:nvSpPr>
        <p:spPr>
          <a:xfrm>
            <a:off x="9143640" y="288720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516" name="Google Shape;86;p15"/>
          <p:cNvSpPr/>
          <p:nvPr/>
        </p:nvSpPr>
        <p:spPr>
          <a:xfrm>
            <a:off x="9113760" y="441180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517" name="Google Shape;86;p15"/>
          <p:cNvSpPr/>
          <p:nvPr/>
        </p:nvSpPr>
        <p:spPr>
          <a:xfrm>
            <a:off x="9161640" y="582696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518" name="Google Shape;86;p15"/>
          <p:cNvSpPr/>
          <p:nvPr/>
        </p:nvSpPr>
        <p:spPr>
          <a:xfrm>
            <a:off x="9113760" y="7150680"/>
            <a:ext cx="2853720" cy="1254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519" name="Google Shape;86;p15"/>
          <p:cNvSpPr/>
          <p:nvPr/>
        </p:nvSpPr>
        <p:spPr>
          <a:xfrm>
            <a:off x="12335400" y="8676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Google Shape;86;p15"/>
          <p:cNvSpPr/>
          <p:nvPr/>
        </p:nvSpPr>
        <p:spPr>
          <a:xfrm>
            <a:off x="12233880" y="2587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Google Shape;86;p15"/>
          <p:cNvSpPr/>
          <p:nvPr/>
        </p:nvSpPr>
        <p:spPr>
          <a:xfrm>
            <a:off x="12319200" y="44118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Google Shape;86;p15"/>
          <p:cNvSpPr/>
          <p:nvPr/>
        </p:nvSpPr>
        <p:spPr>
          <a:xfrm>
            <a:off x="12380760" y="60519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23" name="Google Shape;86;p15"/>
          <p:cNvSpPr/>
          <p:nvPr/>
        </p:nvSpPr>
        <p:spPr>
          <a:xfrm>
            <a:off x="12330720" y="76046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24" name="Google Shape;86;p15"/>
          <p:cNvSpPr/>
          <p:nvPr/>
        </p:nvSpPr>
        <p:spPr>
          <a:xfrm>
            <a:off x="12181680" y="8951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25" name="Google Shape;86;p15"/>
          <p:cNvSpPr/>
          <p:nvPr/>
        </p:nvSpPr>
        <p:spPr>
          <a:xfrm>
            <a:off x="9263880" y="130932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526" name="Google Shape;86;p15"/>
          <p:cNvSpPr/>
          <p:nvPr/>
        </p:nvSpPr>
        <p:spPr>
          <a:xfrm>
            <a:off x="9432720" y="905904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7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28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1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2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3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4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5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6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47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8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49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86;p15"/>
          <p:cNvSpPr/>
          <p:nvPr/>
        </p:nvSpPr>
        <p:spPr>
          <a:xfrm>
            <a:off x="15395040" y="859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86;p15"/>
          <p:cNvSpPr/>
          <p:nvPr/>
        </p:nvSpPr>
        <p:spPr>
          <a:xfrm>
            <a:off x="15293520" y="2579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86;p15"/>
          <p:cNvSpPr/>
          <p:nvPr/>
        </p:nvSpPr>
        <p:spPr>
          <a:xfrm>
            <a:off x="15378840" y="44038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Google Shape;86;p15"/>
          <p:cNvSpPr/>
          <p:nvPr/>
        </p:nvSpPr>
        <p:spPr>
          <a:xfrm>
            <a:off x="15440400" y="6044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57" name="Google Shape;86;p15"/>
          <p:cNvSpPr/>
          <p:nvPr/>
        </p:nvSpPr>
        <p:spPr>
          <a:xfrm>
            <a:off x="15390360" y="759672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58" name="Google Shape;86;p15"/>
          <p:cNvSpPr/>
          <p:nvPr/>
        </p:nvSpPr>
        <p:spPr>
          <a:xfrm>
            <a:off x="15241320" y="89434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559" name="Google Shape;86;p15"/>
          <p:cNvSpPr/>
          <p:nvPr/>
        </p:nvSpPr>
        <p:spPr>
          <a:xfrm>
            <a:off x="9299160" y="13953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560" name="Google Shape;86;p15"/>
          <p:cNvSpPr/>
          <p:nvPr/>
        </p:nvSpPr>
        <p:spPr>
          <a:xfrm>
            <a:off x="9462600" y="92649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561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Google Shape;86;p15"/>
          <p:cNvSpPr/>
          <p:nvPr/>
        </p:nvSpPr>
        <p:spPr>
          <a:xfrm>
            <a:off x="12365640" y="770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564" name="Google Shape;86;p15"/>
          <p:cNvSpPr/>
          <p:nvPr/>
        </p:nvSpPr>
        <p:spPr>
          <a:xfrm>
            <a:off x="12359520" y="5951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565" name="Google Shape;86;p15"/>
          <p:cNvSpPr/>
          <p:nvPr/>
        </p:nvSpPr>
        <p:spPr>
          <a:xfrm>
            <a:off x="12394440" y="43398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566" name="Google Shape;86;p15"/>
          <p:cNvSpPr/>
          <p:nvPr/>
        </p:nvSpPr>
        <p:spPr>
          <a:xfrm>
            <a:off x="12228840" y="287676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567" name="Google Shape;86;p15"/>
          <p:cNvSpPr/>
          <p:nvPr/>
        </p:nvSpPr>
        <p:spPr>
          <a:xfrm>
            <a:off x="9318600" y="7643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568" name="Google Shape;86;p15"/>
          <p:cNvSpPr/>
          <p:nvPr/>
        </p:nvSpPr>
        <p:spPr>
          <a:xfrm>
            <a:off x="9312480" y="5887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569" name="Google Shape;86;p15"/>
          <p:cNvSpPr/>
          <p:nvPr/>
        </p:nvSpPr>
        <p:spPr>
          <a:xfrm>
            <a:off x="9347400" y="42750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570" name="Google Shape;86;p15"/>
          <p:cNvSpPr/>
          <p:nvPr/>
        </p:nvSpPr>
        <p:spPr>
          <a:xfrm>
            <a:off x="9181800" y="2812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1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72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5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6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7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8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9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90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1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2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93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86;p15"/>
          <p:cNvSpPr/>
          <p:nvPr/>
        </p:nvSpPr>
        <p:spPr>
          <a:xfrm>
            <a:off x="167400" y="163944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86;p15"/>
          <p:cNvSpPr/>
          <p:nvPr/>
        </p:nvSpPr>
        <p:spPr>
          <a:xfrm>
            <a:off x="184320" y="3568320"/>
            <a:ext cx="239184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86;p15"/>
          <p:cNvSpPr/>
          <p:nvPr/>
        </p:nvSpPr>
        <p:spPr>
          <a:xfrm>
            <a:off x="15395040" y="8596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86;p15"/>
          <p:cNvSpPr/>
          <p:nvPr/>
        </p:nvSpPr>
        <p:spPr>
          <a:xfrm>
            <a:off x="15293520" y="2579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86;p15"/>
          <p:cNvSpPr/>
          <p:nvPr/>
        </p:nvSpPr>
        <p:spPr>
          <a:xfrm>
            <a:off x="15378840" y="44038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86;p15"/>
          <p:cNvSpPr/>
          <p:nvPr/>
        </p:nvSpPr>
        <p:spPr>
          <a:xfrm>
            <a:off x="15440400" y="60444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01" name="Google Shape;86;p15"/>
          <p:cNvSpPr/>
          <p:nvPr/>
        </p:nvSpPr>
        <p:spPr>
          <a:xfrm>
            <a:off x="15390360" y="759672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02" name="Google Shape;86;p15"/>
          <p:cNvSpPr/>
          <p:nvPr/>
        </p:nvSpPr>
        <p:spPr>
          <a:xfrm>
            <a:off x="15241320" y="894348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03" name="Google Shape;86;p15"/>
          <p:cNvSpPr/>
          <p:nvPr/>
        </p:nvSpPr>
        <p:spPr>
          <a:xfrm>
            <a:off x="12325320" y="13953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604" name="Google Shape;86;p15"/>
          <p:cNvSpPr/>
          <p:nvPr/>
        </p:nvSpPr>
        <p:spPr>
          <a:xfrm>
            <a:off x="12552480" y="934416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605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Google Shape;86;p15"/>
          <p:cNvSpPr/>
          <p:nvPr/>
        </p:nvSpPr>
        <p:spPr>
          <a:xfrm>
            <a:off x="12365640" y="770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608" name="Google Shape;86;p15"/>
          <p:cNvSpPr/>
          <p:nvPr/>
        </p:nvSpPr>
        <p:spPr>
          <a:xfrm>
            <a:off x="12359520" y="5951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609" name="Google Shape;86;p15"/>
          <p:cNvSpPr/>
          <p:nvPr/>
        </p:nvSpPr>
        <p:spPr>
          <a:xfrm>
            <a:off x="12394440" y="43398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610" name="Google Shape;86;p15"/>
          <p:cNvSpPr/>
          <p:nvPr/>
        </p:nvSpPr>
        <p:spPr>
          <a:xfrm>
            <a:off x="12237840" y="27306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611" name="Google Shape;86;p15"/>
          <p:cNvSpPr/>
          <p:nvPr/>
        </p:nvSpPr>
        <p:spPr>
          <a:xfrm>
            <a:off x="9318600" y="76438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12" name="Google Shape;86;p15"/>
          <p:cNvSpPr/>
          <p:nvPr/>
        </p:nvSpPr>
        <p:spPr>
          <a:xfrm>
            <a:off x="9312480" y="5887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13" name="Google Shape;86;p15"/>
          <p:cNvSpPr/>
          <p:nvPr/>
        </p:nvSpPr>
        <p:spPr>
          <a:xfrm>
            <a:off x="9347400" y="42750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14" name="Google Shape;86;p15"/>
          <p:cNvSpPr/>
          <p:nvPr/>
        </p:nvSpPr>
        <p:spPr>
          <a:xfrm>
            <a:off x="9181800" y="2812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Google Shape;222;p 1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7" name="Google Shape;66;p1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18" name="Google Shape;67;p1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68;p1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69;p1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70;p1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71;p1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Google Shape;72;p1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Google Shape;73;p1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Google Shape;74;p1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Google Shape;75;p1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Google Shape;76;p1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Google Shape;77;p1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78;p1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79;p1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1" name="Google Shape;80;p1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2" name="Google Shape;81;p1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3" name="Google Shape;82;p1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4" name="Google Shape;83;p1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5" name="Google Shape;84;p1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6" name="Google Shape;85;p1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37" name="Google Shape;86;p15"/>
          <p:cNvSpPr/>
          <p:nvPr/>
        </p:nvSpPr>
        <p:spPr>
          <a:xfrm>
            <a:off x="7658640" y="714960"/>
            <a:ext cx="1225080" cy="4204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8" name="Google Shape;91;p1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39" name="Google Shape;92;p15"/>
          <p:cNvSpPr/>
          <p:nvPr/>
        </p:nvSpPr>
        <p:spPr>
          <a:xfrm>
            <a:off x="7695000" y="5102280"/>
            <a:ext cx="1188000" cy="5232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1"/>
          <p:cNvSpPr/>
          <p:nvPr/>
        </p:nvSpPr>
        <p:spPr>
          <a:xfrm>
            <a:off x="0" y="0"/>
            <a:ext cx="2159856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5000" rIns="90000" bIns="-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86;p15"/>
          <p:cNvSpPr/>
          <p:nvPr/>
        </p:nvSpPr>
        <p:spPr>
          <a:xfrm>
            <a:off x="192600" y="284076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Google Shape;86;p15"/>
          <p:cNvSpPr/>
          <p:nvPr/>
        </p:nvSpPr>
        <p:spPr>
          <a:xfrm>
            <a:off x="18536400" y="9522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86;p15"/>
          <p:cNvSpPr/>
          <p:nvPr/>
        </p:nvSpPr>
        <p:spPr>
          <a:xfrm>
            <a:off x="18495000" y="25952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Google Shape;86;p15"/>
          <p:cNvSpPr/>
          <p:nvPr/>
        </p:nvSpPr>
        <p:spPr>
          <a:xfrm>
            <a:off x="18536400" y="431100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</a:p>
          <a:p>
            <a:pPr defTabSz="914400">
              <a:lnSpc>
                <a:spcPct val="100000"/>
              </a:lnSpc>
            </a:pPr>
            <a:endParaRPr lang="pt-P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86;p15"/>
          <p:cNvSpPr/>
          <p:nvPr/>
        </p:nvSpPr>
        <p:spPr>
          <a:xfrm>
            <a:off x="18640800" y="598176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46" name="Google Shape;86;p15"/>
          <p:cNvSpPr/>
          <p:nvPr/>
        </p:nvSpPr>
        <p:spPr>
          <a:xfrm>
            <a:off x="18625320" y="75974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47" name="Google Shape;86;p15"/>
          <p:cNvSpPr/>
          <p:nvPr/>
        </p:nvSpPr>
        <p:spPr>
          <a:xfrm>
            <a:off x="18625320" y="9104040"/>
            <a:ext cx="2894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</a:p>
        </p:txBody>
      </p:sp>
      <p:sp>
        <p:nvSpPr>
          <p:cNvPr id="648" name="Google Shape;86;p15"/>
          <p:cNvSpPr/>
          <p:nvPr/>
        </p:nvSpPr>
        <p:spPr>
          <a:xfrm>
            <a:off x="12517560" y="130104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649" name="Google Shape;86;p15"/>
          <p:cNvSpPr/>
          <p:nvPr/>
        </p:nvSpPr>
        <p:spPr>
          <a:xfrm>
            <a:off x="12683520" y="9203400"/>
            <a:ext cx="2215800" cy="6825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</a:p>
        </p:txBody>
      </p:sp>
      <p:sp>
        <p:nvSpPr>
          <p:cNvPr id="650" name="Google Shape;87;p15"/>
          <p:cNvSpPr/>
          <p:nvPr/>
        </p:nvSpPr>
        <p:spPr>
          <a:xfrm>
            <a:off x="6135840" y="70704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Google Shape;87;p15"/>
          <p:cNvSpPr/>
          <p:nvPr/>
        </p:nvSpPr>
        <p:spPr>
          <a:xfrm>
            <a:off x="6072480" y="8529480"/>
            <a:ext cx="1544040" cy="17683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05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Google Shape;86;p15"/>
          <p:cNvSpPr/>
          <p:nvPr/>
        </p:nvSpPr>
        <p:spPr>
          <a:xfrm>
            <a:off x="15555960" y="763344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653" name="Google Shape;86;p15"/>
          <p:cNvSpPr/>
          <p:nvPr/>
        </p:nvSpPr>
        <p:spPr>
          <a:xfrm>
            <a:off x="15625080" y="59410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654" name="Google Shape;86;p15"/>
          <p:cNvSpPr/>
          <p:nvPr/>
        </p:nvSpPr>
        <p:spPr>
          <a:xfrm>
            <a:off x="15532560" y="43804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655" name="Google Shape;86;p15"/>
          <p:cNvSpPr/>
          <p:nvPr/>
        </p:nvSpPr>
        <p:spPr>
          <a:xfrm>
            <a:off x="15555960" y="284076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656" name="Google Shape;86;p15"/>
          <p:cNvSpPr/>
          <p:nvPr/>
        </p:nvSpPr>
        <p:spPr>
          <a:xfrm>
            <a:off x="9594720" y="761364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57" name="Google Shape;86;p15"/>
          <p:cNvSpPr/>
          <p:nvPr/>
        </p:nvSpPr>
        <p:spPr>
          <a:xfrm>
            <a:off x="9567000" y="589140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58" name="Google Shape;86;p15"/>
          <p:cNvSpPr/>
          <p:nvPr/>
        </p:nvSpPr>
        <p:spPr>
          <a:xfrm>
            <a:off x="9578520" y="437868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59" name="Google Shape;86;p15"/>
          <p:cNvSpPr/>
          <p:nvPr/>
        </p:nvSpPr>
        <p:spPr>
          <a:xfrm>
            <a:off x="9545040" y="2794320"/>
            <a:ext cx="2408760" cy="84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</a:p>
        </p:txBody>
      </p:sp>
      <p:sp>
        <p:nvSpPr>
          <p:cNvPr id="660" name="Google Shape;86;p15"/>
          <p:cNvSpPr/>
          <p:nvPr/>
        </p:nvSpPr>
        <p:spPr>
          <a:xfrm>
            <a:off x="12484080" y="277992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</a:p>
        </p:txBody>
      </p:sp>
      <p:sp>
        <p:nvSpPr>
          <p:cNvPr id="661" name="Google Shape;86;p15"/>
          <p:cNvSpPr/>
          <p:nvPr/>
        </p:nvSpPr>
        <p:spPr>
          <a:xfrm>
            <a:off x="12517560" y="427356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</a:p>
        </p:txBody>
      </p:sp>
      <p:sp>
        <p:nvSpPr>
          <p:cNvPr id="662" name="Google Shape;86;p15"/>
          <p:cNvSpPr/>
          <p:nvPr/>
        </p:nvSpPr>
        <p:spPr>
          <a:xfrm>
            <a:off x="12564360" y="590400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</a:p>
        </p:txBody>
      </p:sp>
      <p:sp>
        <p:nvSpPr>
          <p:cNvPr id="663" name="Google Shape;86;p15"/>
          <p:cNvSpPr/>
          <p:nvPr/>
        </p:nvSpPr>
        <p:spPr>
          <a:xfrm>
            <a:off x="12616560" y="7437600"/>
            <a:ext cx="2453760" cy="1284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2E73D-EF35-EFB2-4464-D658883FE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7A5DAC42-46D9-E97F-3613-2558E64F7DB2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98404759-4363-F03B-8F00-1BAA24AA843E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B424411E-4153-7D85-39D6-47324C9F5534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39E812FA-2F24-B55B-56AA-E4A2C04A0B3D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05B28CDE-5333-474C-C92E-7DA6E1501E2F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9177B6A-857A-2F6D-E588-CE5735471BB8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B40E316E-03B2-0387-2B41-5092CD74EB99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D961892F-1AD8-C5C2-2BB0-51E701D6A66B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3D91180D-046B-2892-9115-DC7A478E143E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6169AEFA-4823-ED1F-F8ED-B228A912999A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725F97F2-D82F-F960-3151-25135D498CA2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7356731A-ACB1-C742-595C-9B36142F964F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62B5873F-BBBD-5A97-4C4C-F7D6EFBBF51A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5C7B0F36-EFAE-B86D-E736-ED55E0F32A3D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28A48183-A3A3-1BF3-3673-17378347F33F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E8D2EF98-B44F-74D7-023F-B363A2E74154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D6439CD9-2F36-57BE-F2F7-9D4000B82987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8E476251-AFD3-5A21-F600-9E33250A8252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2E2EABE7-A42C-4589-48C7-4980DCA80DD0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92972AE1-2EEB-9493-A306-15B820C5C63C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3E13228F-12F1-9D80-A93D-9B7D92B39DDF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E470EE5-9154-8F3C-4DAB-870CAE8E59E9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1C34306-9468-D8D3-636F-1761C4D71D1D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B07B2B1-20DF-9473-CB61-7C403D15E3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8FA75E86-C710-E24C-2726-E68E56F5DBD5}"/>
              </a:ext>
            </a:extLst>
          </p:cNvPr>
          <p:cNvSpPr/>
          <p:nvPr/>
        </p:nvSpPr>
        <p:spPr>
          <a:xfrm>
            <a:off x="192662" y="2840807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US3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E7CD52EA-BE11-2189-5ED4-D590D89B43AD}"/>
              </a:ext>
            </a:extLst>
          </p:cNvPr>
          <p:cNvSpPr/>
          <p:nvPr/>
        </p:nvSpPr>
        <p:spPr>
          <a:xfrm>
            <a:off x="12520972" y="1346716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B0CFB150-9647-C045-7488-B2FE0A1234CA}"/>
              </a:ext>
            </a:extLst>
          </p:cNvPr>
          <p:cNvSpPr/>
          <p:nvPr/>
        </p:nvSpPr>
        <p:spPr>
          <a:xfrm>
            <a:off x="12617443" y="9264960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F57FC44A-1AE3-265A-771B-B80A9F12AE9D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E0B9CBAA-4B6D-5238-2AAF-D682BC178E59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367FC249-FD99-E067-058B-621E91B939D9}"/>
              </a:ext>
            </a:extLst>
          </p:cNvPr>
          <p:cNvSpPr/>
          <p:nvPr/>
        </p:nvSpPr>
        <p:spPr>
          <a:xfrm>
            <a:off x="18910999" y="753638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C24D5C42-61D3-788E-04BD-84D4B091DE5E}"/>
              </a:ext>
            </a:extLst>
          </p:cNvPr>
          <p:cNvSpPr/>
          <p:nvPr/>
        </p:nvSpPr>
        <p:spPr>
          <a:xfrm>
            <a:off x="18892821" y="592502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190E17EF-F3F4-EEB1-8000-C64454EAD8F3}"/>
              </a:ext>
            </a:extLst>
          </p:cNvPr>
          <p:cNvSpPr/>
          <p:nvPr/>
        </p:nvSpPr>
        <p:spPr>
          <a:xfrm>
            <a:off x="18910999" y="439609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367557CD-9ED2-FC0C-63DC-CEF4E1D57ADB}"/>
              </a:ext>
            </a:extLst>
          </p:cNvPr>
          <p:cNvSpPr/>
          <p:nvPr/>
        </p:nvSpPr>
        <p:spPr>
          <a:xfrm>
            <a:off x="18892822" y="282633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31572DA7-B38A-F92C-FF4D-ECBE64F570F8}"/>
              </a:ext>
            </a:extLst>
          </p:cNvPr>
          <p:cNvSpPr/>
          <p:nvPr/>
        </p:nvSpPr>
        <p:spPr>
          <a:xfrm>
            <a:off x="15615078" y="2639059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994D7002-A0C3-3E9D-A2FA-96C560720A69}"/>
              </a:ext>
            </a:extLst>
          </p:cNvPr>
          <p:cNvSpPr/>
          <p:nvPr/>
        </p:nvSpPr>
        <p:spPr>
          <a:xfrm>
            <a:off x="15649035" y="435132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56BE9333-A5FF-154A-EDCA-9CE260FF32FF}"/>
              </a:ext>
            </a:extLst>
          </p:cNvPr>
          <p:cNvSpPr/>
          <p:nvPr/>
        </p:nvSpPr>
        <p:spPr>
          <a:xfrm>
            <a:off x="15649035" y="601871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E88BEB2A-1BA8-F8C0-67D6-9795565AAA84}"/>
              </a:ext>
            </a:extLst>
          </p:cNvPr>
          <p:cNvSpPr/>
          <p:nvPr/>
        </p:nvSpPr>
        <p:spPr>
          <a:xfrm>
            <a:off x="15649035" y="765728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C12F5A1F-5E7A-F2BF-085B-A3E280B6201B}"/>
              </a:ext>
            </a:extLst>
          </p:cNvPr>
          <p:cNvSpPr/>
          <p:nvPr/>
        </p:nvSpPr>
        <p:spPr>
          <a:xfrm>
            <a:off x="9489223" y="1407818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19DC1C8E-0E26-E000-748B-106E01C9D650}"/>
              </a:ext>
            </a:extLst>
          </p:cNvPr>
          <p:cNvSpPr/>
          <p:nvPr/>
        </p:nvSpPr>
        <p:spPr>
          <a:xfrm>
            <a:off x="12575134" y="3006352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US1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79B77D8A-AF65-9E9A-5C9C-4BFF2791818F}"/>
              </a:ext>
            </a:extLst>
          </p:cNvPr>
          <p:cNvSpPr/>
          <p:nvPr/>
        </p:nvSpPr>
        <p:spPr>
          <a:xfrm>
            <a:off x="12588825" y="456210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US1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4CD27B78-5054-E194-A1AF-16F817C1605E}"/>
              </a:ext>
            </a:extLst>
          </p:cNvPr>
          <p:cNvSpPr/>
          <p:nvPr/>
        </p:nvSpPr>
        <p:spPr>
          <a:xfrm>
            <a:off x="12520972" y="611621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US2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76B4CF4-4D47-81DA-4ABC-783DDE1CE65E}"/>
              </a:ext>
            </a:extLst>
          </p:cNvPr>
          <p:cNvSpPr/>
          <p:nvPr/>
        </p:nvSpPr>
        <p:spPr>
          <a:xfrm>
            <a:off x="12588825" y="7657282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US2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33C02726-9BB5-A9FF-4315-B674763263BB}"/>
              </a:ext>
            </a:extLst>
          </p:cNvPr>
          <p:cNvSpPr/>
          <p:nvPr/>
        </p:nvSpPr>
        <p:spPr>
          <a:xfrm>
            <a:off x="9593755" y="9090201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	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3522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0122D-DBB3-F57A-DF10-371FB0C4B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BEDA6D35-841C-AF5B-0210-E0D4C3CCA57D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615E5B7D-9915-A089-8234-FBAC03BDEAF5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20404712-DE6E-C354-D95F-A72E40A0392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58647385-1C6D-FD49-2AC8-5FBD8D90EE08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69895017-13B2-3B5D-E8C4-3FD9AD9866E6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269F0E61-4058-BEC9-A41F-B0412B99D40E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A2D53C49-8A2B-B3F2-E27F-59D6A39A9B4C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CE38BF51-C573-DAAD-8340-77C6119CCAE0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8FA88876-66DC-7D82-2D31-F045EFC716EE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34154A4F-6339-D09B-78EF-B7D364940CD4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B5102A2-DAF8-4BDC-44CC-909CDE6D1214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5E3C3840-9B80-B7AE-ED45-B3C722ADF005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1F8112E3-6128-D914-D3CF-5E4B9922D398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85CD9C1-23D9-B1A2-B419-25255AC4E7E0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04438326-5589-C823-1870-10C9401AE7FB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847555E1-BE1A-48B9-91B9-089FF0B021AE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CA76430A-FC5D-2A72-498C-6A425A9C03A3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89A29C84-DAA7-9E58-8BEF-F97C51B8174A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5E566920-1DB7-101C-DBA4-88A2A489B09C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4DB8DBC2-DE41-36F4-75C9-0189F0D2CF20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FC3156B-AB99-0713-88B9-29D38AC63F39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F79AD546-A817-CB8F-1D37-216C4FEE9FC1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D3EAA00C-CEBA-A91B-B4E2-5D36BD831C6C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EDB91FA-B7E3-983A-97EE-1B6B8D893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210E574E-92A3-1AE2-888E-428A401497C4}"/>
              </a:ext>
            </a:extLst>
          </p:cNvPr>
          <p:cNvSpPr/>
          <p:nvPr/>
        </p:nvSpPr>
        <p:spPr>
          <a:xfrm>
            <a:off x="192662" y="2840807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US3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616A206C-2F9B-D3AD-488A-4568358BEFB9}"/>
              </a:ext>
            </a:extLst>
          </p:cNvPr>
          <p:cNvSpPr/>
          <p:nvPr/>
        </p:nvSpPr>
        <p:spPr>
          <a:xfrm>
            <a:off x="15903184" y="930206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07612467-917E-0ED7-59E8-99B8914ADE43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6D32D4CC-B060-0209-6CAC-9AEA620AC470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9316AFC7-DAAD-A086-C7A1-81C1B7CB0278}"/>
              </a:ext>
            </a:extLst>
          </p:cNvPr>
          <p:cNvSpPr/>
          <p:nvPr/>
        </p:nvSpPr>
        <p:spPr>
          <a:xfrm>
            <a:off x="12660003" y="922166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84382001-754A-75C8-2CC4-F600D64C6A5B}"/>
              </a:ext>
            </a:extLst>
          </p:cNvPr>
          <p:cNvSpPr/>
          <p:nvPr/>
        </p:nvSpPr>
        <p:spPr>
          <a:xfrm>
            <a:off x="12424499" y="120984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5CD2E521-2E33-9979-B962-2FD933850667}"/>
              </a:ext>
            </a:extLst>
          </p:cNvPr>
          <p:cNvSpPr/>
          <p:nvPr/>
        </p:nvSpPr>
        <p:spPr>
          <a:xfrm>
            <a:off x="18952168" y="267122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9EE9F60D-A1AF-09DE-EDA2-7597C9211284}"/>
              </a:ext>
            </a:extLst>
          </p:cNvPr>
          <p:cNvSpPr/>
          <p:nvPr/>
        </p:nvSpPr>
        <p:spPr>
          <a:xfrm>
            <a:off x="19051328" y="4326823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FB77B836-3151-C22B-FF16-9DCE9C49928E}"/>
              </a:ext>
            </a:extLst>
          </p:cNvPr>
          <p:cNvSpPr/>
          <p:nvPr/>
        </p:nvSpPr>
        <p:spPr>
          <a:xfrm>
            <a:off x="19051327" y="601667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96DB8C1A-639E-C46F-B8CD-637C328E1399}"/>
              </a:ext>
            </a:extLst>
          </p:cNvPr>
          <p:cNvSpPr/>
          <p:nvPr/>
        </p:nvSpPr>
        <p:spPr>
          <a:xfrm>
            <a:off x="19144830" y="7635507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76B2B276-B7C4-AA38-2BFE-515867403E04}"/>
              </a:ext>
            </a:extLst>
          </p:cNvPr>
          <p:cNvSpPr/>
          <p:nvPr/>
        </p:nvSpPr>
        <p:spPr>
          <a:xfrm>
            <a:off x="12588825" y="2912542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US1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582B4BB8-4F72-7700-B5D2-D5D6B28CA0D3}"/>
              </a:ext>
            </a:extLst>
          </p:cNvPr>
          <p:cNvSpPr/>
          <p:nvPr/>
        </p:nvSpPr>
        <p:spPr>
          <a:xfrm>
            <a:off x="12664195" y="4454422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US1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5BE3D66C-9394-91EC-068A-CBAA19D946C0}"/>
              </a:ext>
            </a:extLst>
          </p:cNvPr>
          <p:cNvSpPr/>
          <p:nvPr/>
        </p:nvSpPr>
        <p:spPr>
          <a:xfrm>
            <a:off x="12664194" y="6128154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US2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6CDCBAF6-237D-1B06-DC95-8268D7474D99}"/>
              </a:ext>
            </a:extLst>
          </p:cNvPr>
          <p:cNvSpPr/>
          <p:nvPr/>
        </p:nvSpPr>
        <p:spPr>
          <a:xfrm>
            <a:off x="12715441" y="763696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US2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6;p15">
            <a:extLst>
              <a:ext uri="{FF2B5EF4-FFF2-40B4-BE49-F238E27FC236}">
                <a16:creationId xmlns:a16="http://schemas.microsoft.com/office/drawing/2014/main" id="{8957167C-B1C0-1A16-149B-6A35B3260DB8}"/>
              </a:ext>
            </a:extLst>
          </p:cNvPr>
          <p:cNvSpPr/>
          <p:nvPr/>
        </p:nvSpPr>
        <p:spPr>
          <a:xfrm>
            <a:off x="15725505" y="1354763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86;p15">
            <a:extLst>
              <a:ext uri="{FF2B5EF4-FFF2-40B4-BE49-F238E27FC236}">
                <a16:creationId xmlns:a16="http://schemas.microsoft.com/office/drawing/2014/main" id="{046A40C0-9E96-93BB-BA21-B675A179662F}"/>
              </a:ext>
            </a:extLst>
          </p:cNvPr>
          <p:cNvSpPr/>
          <p:nvPr/>
        </p:nvSpPr>
        <p:spPr>
          <a:xfrm>
            <a:off x="9366120" y="1235830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86;p15">
            <a:extLst>
              <a:ext uri="{FF2B5EF4-FFF2-40B4-BE49-F238E27FC236}">
                <a16:creationId xmlns:a16="http://schemas.microsoft.com/office/drawing/2014/main" id="{695317F1-46E0-363A-89F7-89F87168F8A3}"/>
              </a:ext>
            </a:extLst>
          </p:cNvPr>
          <p:cNvSpPr/>
          <p:nvPr/>
        </p:nvSpPr>
        <p:spPr>
          <a:xfrm>
            <a:off x="9609768" y="9302070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Demo/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tests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</a:t>
            </a:r>
            <a:r>
              <a:rPr lang="pt-PT" sz="1400" dirty="0" err="1">
                <a:solidFill>
                  <a:srgbClr val="000000"/>
                </a:solidFill>
                <a:latin typeface="Arial"/>
              </a:rPr>
              <a:t>video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4073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Google Shape;221;p 2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7840" cy="1079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Google Shape;222;p 2"/>
          <p:cNvSpPr txBox="1"/>
          <p:nvPr/>
        </p:nvSpPr>
        <p:spPr>
          <a:xfrm>
            <a:off x="814320" y="3300840"/>
            <a:ext cx="19955520" cy="4196520"/>
          </a:xfrm>
          <a:prstGeom prst="rect">
            <a:avLst/>
          </a:prstGeom>
        </p:spPr>
        <p:txBody>
          <a:bodyPr wrap="none" lIns="433440" tIns="102240" rIns="4334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7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6" name="Google Shape;66;p 4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67" name="Google Shape;67;p 4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Google Shape;68;p 4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Google Shape;69;p 4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Google Shape;70;p 4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Google Shape;71;p 4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Google Shape;72;p 4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Google Shape;73;p 4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Google Shape;74;p 4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Google Shape;75;p 4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Google Shape;76;p 4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Google Shape;77;p 4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Google Shape;78;p 4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Google Shape;79;p 4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0" name="Google Shape;80;p 4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1" name="Google Shape;81;p 4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2" name="Google Shape;82;p 4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3" name="Google Shape;83;p 4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4" name="Google Shape;84;p 4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5" name="Google Shape;85;p 4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6" name="Google Shape;91;p 4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87" name="Google Shape;92;p 2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3"/>
          <p:cNvSpPr/>
          <p:nvPr/>
        </p:nvSpPr>
        <p:spPr>
          <a:xfrm>
            <a:off x="6920640" y="-319320"/>
            <a:ext cx="775728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Google Shape;86;p 24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87;p 43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Google Shape;86;p 40"/>
          <p:cNvSpPr/>
          <p:nvPr/>
        </p:nvSpPr>
        <p:spPr>
          <a:xfrm>
            <a:off x="9545040" y="27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2" name="Google Shape;86;p 4"/>
          <p:cNvSpPr/>
          <p:nvPr/>
        </p:nvSpPr>
        <p:spPr>
          <a:xfrm>
            <a:off x="9540000" y="10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3" name="Google Shape;86;p 5"/>
          <p:cNvSpPr/>
          <p:nvPr/>
        </p:nvSpPr>
        <p:spPr>
          <a:xfrm>
            <a:off x="9540000" y="432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4" name="Google Shape;86;p 6"/>
          <p:cNvSpPr/>
          <p:nvPr/>
        </p:nvSpPr>
        <p:spPr>
          <a:xfrm>
            <a:off x="9540000" y="576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5" name="Google Shape;86;p 7"/>
          <p:cNvSpPr/>
          <p:nvPr/>
        </p:nvSpPr>
        <p:spPr>
          <a:xfrm>
            <a:off x="9540000" y="73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6" name="Google Shape;86;p 8"/>
          <p:cNvSpPr/>
          <p:nvPr/>
        </p:nvSpPr>
        <p:spPr>
          <a:xfrm>
            <a:off x="9540000" y="90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697" name="Google Shape;86;p 9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8" name="Google Shape;66;p 5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99" name="Google Shape;67;p 5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68;p 5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Google Shape;69;p 5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Google Shape;70;p 5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Google Shape;71;p 5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Google Shape;72;p 5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Google Shape;73;p 5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Google Shape;74;p 5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Google Shape;75;p 5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Google Shape;76;p 5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Google Shape;77;p 5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Google Shape;78;p 5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Google Shape;79;p 5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2" name="Google Shape;80;p 5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3" name="Google Shape;81;p 5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4" name="Google Shape;82;p 5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5" name="Google Shape;83;p 5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6" name="Google Shape;84;p 5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7" name="Google Shape;85;p 5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18" name="Google Shape;91;p 5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19" name="Google Shape;92;p 3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Rectangle 4"/>
          <p:cNvSpPr/>
          <p:nvPr/>
        </p:nvSpPr>
        <p:spPr>
          <a:xfrm>
            <a:off x="6920640" y="-319320"/>
            <a:ext cx="788904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Google Shape;86;p 10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Google Shape;87;p 37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Google Shape;86;p 11"/>
          <p:cNvSpPr/>
          <p:nvPr/>
        </p:nvSpPr>
        <p:spPr>
          <a:xfrm>
            <a:off x="15480000" y="270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4" name="Google Shape;86;p 12"/>
          <p:cNvSpPr/>
          <p:nvPr/>
        </p:nvSpPr>
        <p:spPr>
          <a:xfrm>
            <a:off x="15591240" y="108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5" name="Google Shape;86;p 13"/>
          <p:cNvSpPr/>
          <p:nvPr/>
        </p:nvSpPr>
        <p:spPr>
          <a:xfrm>
            <a:off x="15480000" y="432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6" name="Google Shape;86;p 14"/>
          <p:cNvSpPr/>
          <p:nvPr/>
        </p:nvSpPr>
        <p:spPr>
          <a:xfrm>
            <a:off x="15660000" y="55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7" name="Google Shape;86;p 15"/>
          <p:cNvSpPr/>
          <p:nvPr/>
        </p:nvSpPr>
        <p:spPr>
          <a:xfrm>
            <a:off x="15591240" y="720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8" name="Google Shape;86;p 16"/>
          <p:cNvSpPr/>
          <p:nvPr/>
        </p:nvSpPr>
        <p:spPr>
          <a:xfrm>
            <a:off x="15660000" y="88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29" name="Google Shape;86;p 17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Google Shape;86;p 18"/>
          <p:cNvSpPr/>
          <p:nvPr/>
        </p:nvSpPr>
        <p:spPr>
          <a:xfrm>
            <a:off x="12240000" y="10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  <p:sp>
        <p:nvSpPr>
          <p:cNvPr id="731" name="Google Shape;86;p 47"/>
          <p:cNvSpPr/>
          <p:nvPr/>
        </p:nvSpPr>
        <p:spPr>
          <a:xfrm>
            <a:off x="12171240" y="25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  <p:sp>
        <p:nvSpPr>
          <p:cNvPr id="732" name="Google Shape;86;p 48"/>
          <p:cNvSpPr/>
          <p:nvPr/>
        </p:nvSpPr>
        <p:spPr>
          <a:xfrm>
            <a:off x="12240000" y="414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  <p:sp>
        <p:nvSpPr>
          <p:cNvPr id="733" name="Google Shape;86;p 49"/>
          <p:cNvSpPr/>
          <p:nvPr/>
        </p:nvSpPr>
        <p:spPr>
          <a:xfrm>
            <a:off x="12351240" y="576000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  <p:sp>
        <p:nvSpPr>
          <p:cNvPr id="734" name="Google Shape;86;p 50"/>
          <p:cNvSpPr/>
          <p:nvPr/>
        </p:nvSpPr>
        <p:spPr>
          <a:xfrm>
            <a:off x="12240000" y="738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  <p:sp>
        <p:nvSpPr>
          <p:cNvPr id="735" name="Google Shape;86;p 51"/>
          <p:cNvSpPr/>
          <p:nvPr/>
        </p:nvSpPr>
        <p:spPr>
          <a:xfrm>
            <a:off x="12420000" y="8820720"/>
            <a:ext cx="2408760" cy="107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6" name="Google Shape;66;p 8"/>
          <p:cNvCxnSpPr/>
          <p:nvPr/>
        </p:nvCxnSpPr>
        <p:spPr>
          <a:xfrm>
            <a:off x="5944680" y="-31320"/>
            <a:ext cx="216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37" name="Google Shape;67;p 8"/>
          <p:cNvSpPr/>
          <p:nvPr/>
        </p:nvSpPr>
        <p:spPr>
          <a:xfrm>
            <a:off x="31971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Google Shape;68;p 8"/>
          <p:cNvSpPr/>
          <p:nvPr/>
        </p:nvSpPr>
        <p:spPr>
          <a:xfrm>
            <a:off x="628164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Google Shape;69;p 8"/>
          <p:cNvSpPr/>
          <p:nvPr/>
        </p:nvSpPr>
        <p:spPr>
          <a:xfrm>
            <a:off x="936612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Google Shape;70;p 8"/>
          <p:cNvSpPr/>
          <p:nvPr/>
        </p:nvSpPr>
        <p:spPr>
          <a:xfrm>
            <a:off x="12395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Google Shape;71;p 8"/>
          <p:cNvSpPr/>
          <p:nvPr/>
        </p:nvSpPr>
        <p:spPr>
          <a:xfrm>
            <a:off x="1553256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Google Shape;72;p 8"/>
          <p:cNvSpPr/>
          <p:nvPr/>
        </p:nvSpPr>
        <p:spPr>
          <a:xfrm>
            <a:off x="1866888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Google Shape;73;p 8"/>
          <p:cNvSpPr/>
          <p:nvPr/>
        </p:nvSpPr>
        <p:spPr>
          <a:xfrm>
            <a:off x="167400" y="842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Google Shape;74;p 8"/>
          <p:cNvSpPr/>
          <p:nvPr/>
        </p:nvSpPr>
        <p:spPr>
          <a:xfrm>
            <a:off x="3197160" y="13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Google Shape;75;p 8"/>
          <p:cNvSpPr/>
          <p:nvPr/>
        </p:nvSpPr>
        <p:spPr>
          <a:xfrm>
            <a:off x="3197160" y="61261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Google Shape;76;p 8"/>
          <p:cNvSpPr/>
          <p:nvPr/>
        </p:nvSpPr>
        <p:spPr>
          <a:xfrm>
            <a:off x="3197160" y="299052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Google Shape;77;p 8"/>
          <p:cNvSpPr/>
          <p:nvPr/>
        </p:nvSpPr>
        <p:spPr>
          <a:xfrm>
            <a:off x="3212280" y="45500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Google Shape;78;p 8"/>
          <p:cNvSpPr/>
          <p:nvPr/>
        </p:nvSpPr>
        <p:spPr>
          <a:xfrm>
            <a:off x="3197160" y="768564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Google Shape;79;p 8"/>
          <p:cNvSpPr/>
          <p:nvPr/>
        </p:nvSpPr>
        <p:spPr>
          <a:xfrm>
            <a:off x="3197160" y="9264960"/>
            <a:ext cx="2408760" cy="4788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0" name="Google Shape;80;p 8"/>
          <p:cNvCxnSpPr/>
          <p:nvPr/>
        </p:nvCxnSpPr>
        <p:spPr>
          <a:xfrm>
            <a:off x="5607720" y="16257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1" name="Google Shape;81;p 8"/>
          <p:cNvCxnSpPr/>
          <p:nvPr/>
        </p:nvCxnSpPr>
        <p:spPr>
          <a:xfrm>
            <a:off x="5607720" y="32018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2" name="Google Shape;82;p 8"/>
          <p:cNvCxnSpPr/>
          <p:nvPr/>
        </p:nvCxnSpPr>
        <p:spPr>
          <a:xfrm>
            <a:off x="5607720" y="47775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3" name="Google Shape;83;p 8"/>
          <p:cNvCxnSpPr/>
          <p:nvPr/>
        </p:nvCxnSpPr>
        <p:spPr>
          <a:xfrm>
            <a:off x="5607720" y="63536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4" name="Google Shape;84;p 8"/>
          <p:cNvCxnSpPr/>
          <p:nvPr/>
        </p:nvCxnSpPr>
        <p:spPr>
          <a:xfrm>
            <a:off x="5607720" y="792936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5" name="Google Shape;85;p 8"/>
          <p:cNvCxnSpPr/>
          <p:nvPr/>
        </p:nvCxnSpPr>
        <p:spPr>
          <a:xfrm>
            <a:off x="5607720" y="9505440"/>
            <a:ext cx="16044480" cy="216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6" name="Google Shape;91;p 8"/>
          <p:cNvCxnSpPr/>
          <p:nvPr/>
        </p:nvCxnSpPr>
        <p:spPr>
          <a:xfrm>
            <a:off x="2874240" y="-28440"/>
            <a:ext cx="2160" cy="108590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757" name="Google Shape;92;p 5"/>
          <p:cNvSpPr/>
          <p:nvPr/>
        </p:nvSpPr>
        <p:spPr>
          <a:xfrm>
            <a:off x="6120000" y="1260000"/>
            <a:ext cx="118800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Rectangle 6"/>
          <p:cNvSpPr/>
          <p:nvPr/>
        </p:nvSpPr>
        <p:spPr>
          <a:xfrm>
            <a:off x="6920640" y="-319320"/>
            <a:ext cx="788904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numCol="1" spcCol="0" anchor="ctr">
            <a:spAutoFit/>
          </a:bodyPr>
          <a:lstStyle/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Google Shape;86;p 52"/>
          <p:cNvSpPr/>
          <p:nvPr/>
        </p:nvSpPr>
        <p:spPr>
          <a:xfrm>
            <a:off x="180000" y="596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Google Shape;87;p 46"/>
          <p:cNvSpPr/>
          <p:nvPr/>
        </p:nvSpPr>
        <p:spPr>
          <a:xfrm>
            <a:off x="7455240" y="1260000"/>
            <a:ext cx="1184040" cy="84592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Google Shape;86;p 54"/>
          <p:cNvSpPr/>
          <p:nvPr/>
        </p:nvSpPr>
        <p:spPr>
          <a:xfrm>
            <a:off x="18000000" y="900000"/>
            <a:ext cx="1980000" cy="91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 anchorCtr="1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</a:p>
        </p:txBody>
      </p:sp>
      <p:sp>
        <p:nvSpPr>
          <p:cNvPr id="762" name="Google Shape;86;p 59"/>
          <p:cNvSpPr/>
          <p:nvPr/>
        </p:nvSpPr>
        <p:spPr>
          <a:xfrm>
            <a:off x="180000" y="4340880"/>
            <a:ext cx="2408760" cy="878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Google Shape;86;p 60"/>
          <p:cNvSpPr/>
          <p:nvPr/>
        </p:nvSpPr>
        <p:spPr>
          <a:xfrm>
            <a:off x="20160000" y="900000"/>
            <a:ext cx="1260000" cy="900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 anchorCtr="1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Creating demo videos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</TotalTime>
  <Words>4519</Words>
  <Application>Microsoft Office PowerPoint</Application>
  <PresentationFormat>Personalizados</PresentationFormat>
  <Paragraphs>632</Paragraphs>
  <Slides>31</Slides>
  <Notes>6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31</vt:i4>
      </vt:variant>
    </vt:vector>
  </HeadingPairs>
  <TitlesOfParts>
    <vt:vector size="37" baseType="lpstr">
      <vt:lpstr>Arial</vt:lpstr>
      <vt:lpstr>Consolas</vt:lpstr>
      <vt:lpstr>Symbol</vt:lpstr>
      <vt:lpstr>Times New Roman</vt:lpstr>
      <vt:lpstr>Wingdings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Raksana Udagedara</cp:lastModifiedBy>
  <cp:revision>23</cp:revision>
  <dcterms:modified xsi:type="dcterms:W3CDTF">2025-12-04T16:41:03Z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Personalizados</vt:lpwstr>
  </property>
  <property fmtid="{D5CDD505-2E9C-101B-9397-08002B2CF9AE}" pid="4" name="Slides">
    <vt:i4>23</vt:i4>
  </property>
</Properties>
</file>