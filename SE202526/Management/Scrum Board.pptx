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25.xml.rels" ContentType="application/vnd.openxmlformats-package.relationships+xml"/>
  <Override PartName="/ppt/notesSlides/_rels/notesSlide23.xml.rels" ContentType="application/vnd.openxmlformats-package.relationships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21599525" cy="107997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Clique para mover o diapositivo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das notas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24F1E05-C71C-427C-B385-8E5A392C9BA4}" type="slidenum"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6560" cy="360792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15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0BC9669-6573-4C68-A663-48AA29C9BDCF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6560" cy="360792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E90F198-C9CA-4654-94FE-65AE45DFDC0D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160" cy="120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120" cy="717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120" cy="717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73CBE5-CA8C-45BE-9705-0158F4A101CD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160" cy="176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3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5F5C68-08C4-4AD7-835B-0F96FE38E787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160" cy="120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160" cy="717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1C83BE-0714-4444-A8AB-BE0D1D2C2A95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160" cy="120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9B56B4-6F46-4C62-B167-9FE059FEE36C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560" cy="158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560" cy="667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9F5828-4373-48F6-8051-6D742999AC3A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440" cy="8588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4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F41B49-5018-4B69-8690-DF604EF7923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36;p9"/>
          <p:cNvSpPr/>
          <p:nvPr/>
        </p:nvSpPr>
        <p:spPr>
          <a:xfrm>
            <a:off x="10800000" y="-360"/>
            <a:ext cx="10798560" cy="10798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400" cy="31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4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2640" cy="77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19555E-B9D6-4AA0-A029-8E2784B767C5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240" cy="126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40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9F82B8-CF68-4D8E-9FDD-BBCA5C51E09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160" cy="430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5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56C806-3A83-43FF-92D3-96603B69AE3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200" cy="626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160" cy="41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b="0" lang="en-US" sz="1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160" cy="273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F4E971-BCF8-45FF-A453-A68A527A9D0F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560" cy="82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0D3AF8-B000-4A2D-A762-3856E3D82B0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54;p13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Google Shape;55;p13" descr=""/>
          <p:cNvPicPr/>
          <p:nvPr/>
        </p:nvPicPr>
        <p:blipFill>
          <a:blip r:embed="rId2"/>
          <a:stretch/>
        </p:blipFill>
        <p:spPr>
          <a:xfrm>
            <a:off x="859680" y="4015080"/>
            <a:ext cx="19878840" cy="2768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60;p14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Google Shape;61;p14"/>
          <p:cNvSpPr txBox="1"/>
          <p:nvPr/>
        </p:nvSpPr>
        <p:spPr>
          <a:xfrm>
            <a:off x="814320" y="3300840"/>
            <a:ext cx="19969920" cy="4197240"/>
          </a:xfrm>
          <a:prstGeom prst="rect">
            <a:avLst/>
          </a:prstGeom>
        </p:spPr>
        <p:txBody>
          <a:bodyPr wrap="none" lIns="318960" rIns="31896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75;p15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76;p15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77;p15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78;p15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5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6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7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9" name="Google Shape;86;p15"/>
          <p:cNvSpPr/>
          <p:nvPr/>
        </p:nvSpPr>
        <p:spPr>
          <a:xfrm>
            <a:off x="167400" y="801720"/>
            <a:ext cx="2409480" cy="2639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87;p15"/>
          <p:cNvSpPr/>
          <p:nvPr/>
        </p:nvSpPr>
        <p:spPr>
          <a:xfrm>
            <a:off x="141120" y="7302600"/>
            <a:ext cx="2435760" cy="2775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2" name="Google Shape;92;p15"/>
          <p:cNvSpPr/>
          <p:nvPr/>
        </p:nvSpPr>
        <p:spPr>
          <a:xfrm>
            <a:off x="167400" y="3894840"/>
            <a:ext cx="2435760" cy="294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Google Shape;97;p16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4" name="Google Shape;98;p16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99;p16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0;p16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1;p16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2;p16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3;p16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4;p16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05;p16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06;p16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07;p16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08;p16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09;p16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10;p16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Google Shape;111;p16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" name="Google Shape;112;p16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9" name="Google Shape;113;p16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0" name="Google Shape;114;p16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1" name="Google Shape;115;p16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2" name="Google Shape;116;p16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83" name="Google Shape;117;p16"/>
          <p:cNvSpPr/>
          <p:nvPr/>
        </p:nvSpPr>
        <p:spPr>
          <a:xfrm>
            <a:off x="16740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18;p16"/>
          <p:cNvSpPr/>
          <p:nvPr/>
        </p:nvSpPr>
        <p:spPr>
          <a:xfrm>
            <a:off x="628164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9;p16"/>
          <p:cNvSpPr/>
          <p:nvPr/>
        </p:nvSpPr>
        <p:spPr>
          <a:xfrm>
            <a:off x="1239552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20;p16"/>
          <p:cNvSpPr/>
          <p:nvPr/>
        </p:nvSpPr>
        <p:spPr>
          <a:xfrm>
            <a:off x="6281640" y="404280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21;p16"/>
          <p:cNvSpPr/>
          <p:nvPr/>
        </p:nvSpPr>
        <p:spPr>
          <a:xfrm>
            <a:off x="15426000" y="39535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Google Shape;122;p16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9" name="Google Shape;123;p16"/>
          <p:cNvSpPr/>
          <p:nvPr/>
        </p:nvSpPr>
        <p:spPr>
          <a:xfrm>
            <a:off x="140760" y="268704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oogle Shape;128;p17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91" name="Google Shape;129;p17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0;p17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1;p17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2;p17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3;p17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34;p17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35;p17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36;p17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37;p17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38;p17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39;p17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40;p17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41;p17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Google Shape;142;p17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5" name="Google Shape;143;p17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6" name="Google Shape;144;p17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7" name="Google Shape;145;p17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8" name="Google Shape;146;p17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9" name="Google Shape;147;p17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10" name="Google Shape;148;p17"/>
          <p:cNvSpPr/>
          <p:nvPr/>
        </p:nvSpPr>
        <p:spPr>
          <a:xfrm>
            <a:off x="16740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49;p17"/>
          <p:cNvSpPr/>
          <p:nvPr/>
        </p:nvSpPr>
        <p:spPr>
          <a:xfrm>
            <a:off x="628164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50;p17"/>
          <p:cNvSpPr/>
          <p:nvPr/>
        </p:nvSpPr>
        <p:spPr>
          <a:xfrm>
            <a:off x="1553256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51;p17"/>
          <p:cNvSpPr/>
          <p:nvPr/>
        </p:nvSpPr>
        <p:spPr>
          <a:xfrm>
            <a:off x="6281640" y="404280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52;p17"/>
          <p:cNvSpPr/>
          <p:nvPr/>
        </p:nvSpPr>
        <p:spPr>
          <a:xfrm>
            <a:off x="15426000" y="39535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5" name="Google Shape;153;p17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6" name="Google Shape;154;p17"/>
          <p:cNvSpPr/>
          <p:nvPr/>
        </p:nvSpPr>
        <p:spPr>
          <a:xfrm>
            <a:off x="140760" y="268704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59;p18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8" name="Google Shape;160;p18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1;p18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2;p18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3;p18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64;p18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65;p18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66;p18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67;p18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68;p18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69;p18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70;p18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71;p18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72;p18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oogle Shape;173;p18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2" name="Google Shape;174;p18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3" name="Google Shape;175;p18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4" name="Google Shape;176;p18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5" name="Google Shape;177;p18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6" name="Google Shape;178;p18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7" name="Google Shape;179;p18"/>
          <p:cNvSpPr/>
          <p:nvPr/>
        </p:nvSpPr>
        <p:spPr>
          <a:xfrm>
            <a:off x="16740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80;p18"/>
          <p:cNvSpPr/>
          <p:nvPr/>
        </p:nvSpPr>
        <p:spPr>
          <a:xfrm>
            <a:off x="628164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81;p18"/>
          <p:cNvSpPr/>
          <p:nvPr/>
        </p:nvSpPr>
        <p:spPr>
          <a:xfrm>
            <a:off x="1553256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82;p18"/>
          <p:cNvSpPr/>
          <p:nvPr/>
        </p:nvSpPr>
        <p:spPr>
          <a:xfrm>
            <a:off x="6281640" y="404280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83;p18"/>
          <p:cNvSpPr/>
          <p:nvPr/>
        </p:nvSpPr>
        <p:spPr>
          <a:xfrm>
            <a:off x="12395880" y="39535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Google Shape;184;p18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3" name="Google Shape;185;p18"/>
          <p:cNvSpPr/>
          <p:nvPr/>
        </p:nvSpPr>
        <p:spPr>
          <a:xfrm>
            <a:off x="140760" y="268704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" name="Google Shape;190;p19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5" name="Google Shape;191;p19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2;p19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3;p19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94;p19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95;p19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96;p19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97;p19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98;p19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99;p19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200;p19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201;p19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202;p19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203;p19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8" name="Google Shape;204;p19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9" name="Google Shape;205;p19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0" name="Google Shape;206;p19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1" name="Google Shape;207;p19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2" name="Google Shape;208;p19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3" name="Google Shape;209;p19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64" name="Google Shape;210;p19"/>
          <p:cNvSpPr/>
          <p:nvPr/>
        </p:nvSpPr>
        <p:spPr>
          <a:xfrm>
            <a:off x="16740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211;p19"/>
          <p:cNvSpPr/>
          <p:nvPr/>
        </p:nvSpPr>
        <p:spPr>
          <a:xfrm>
            <a:off x="628164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212;p19"/>
          <p:cNvSpPr/>
          <p:nvPr/>
        </p:nvSpPr>
        <p:spPr>
          <a:xfrm>
            <a:off x="18668880" y="8017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13;p19"/>
          <p:cNvSpPr/>
          <p:nvPr/>
        </p:nvSpPr>
        <p:spPr>
          <a:xfrm>
            <a:off x="6281640" y="404280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14;p19"/>
          <p:cNvSpPr/>
          <p:nvPr/>
        </p:nvSpPr>
        <p:spPr>
          <a:xfrm>
            <a:off x="12395880" y="395352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9" name="Google Shape;215;p19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0" name="Google Shape;216;p19"/>
          <p:cNvSpPr/>
          <p:nvPr/>
        </p:nvSpPr>
        <p:spPr>
          <a:xfrm>
            <a:off x="140760" y="2687040"/>
            <a:ext cx="2409480" cy="1647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221;p20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Google Shape;222;p20"/>
          <p:cNvSpPr txBox="1"/>
          <p:nvPr/>
        </p:nvSpPr>
        <p:spPr>
          <a:xfrm>
            <a:off x="814320" y="3300840"/>
            <a:ext cx="19956240" cy="4197240"/>
          </a:xfrm>
          <a:prstGeom prst="rect">
            <a:avLst/>
          </a:prstGeom>
        </p:spPr>
        <p:txBody>
          <a:bodyPr wrap="none" lIns="318960" rIns="31896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4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75;p15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76;p15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77;p15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78;p15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8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9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0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1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2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93" name="Google Shape;86;p15"/>
          <p:cNvSpPr/>
          <p:nvPr/>
        </p:nvSpPr>
        <p:spPr>
          <a:xfrm>
            <a:off x="167400" y="801720"/>
            <a:ext cx="2409480" cy="26391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5" name="Google Shape;92;p15"/>
          <p:cNvSpPr/>
          <p:nvPr/>
        </p:nvSpPr>
        <p:spPr>
          <a:xfrm>
            <a:off x="167400" y="3894840"/>
            <a:ext cx="2435760" cy="26391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87;p15"/>
          <p:cNvSpPr/>
          <p:nvPr/>
        </p:nvSpPr>
        <p:spPr>
          <a:xfrm>
            <a:off x="29520" y="13856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87;p15"/>
          <p:cNvSpPr/>
          <p:nvPr/>
        </p:nvSpPr>
        <p:spPr>
          <a:xfrm>
            <a:off x="984600" y="148068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8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9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75;p15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76;p15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77;p15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78;p15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2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3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4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5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6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7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8" name="Google Shape;86;p15"/>
          <p:cNvSpPr/>
          <p:nvPr/>
        </p:nvSpPr>
        <p:spPr>
          <a:xfrm>
            <a:off x="6235200" y="1330920"/>
            <a:ext cx="2409480" cy="40755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0" name="Google Shape;92;p15"/>
          <p:cNvSpPr/>
          <p:nvPr/>
        </p:nvSpPr>
        <p:spPr>
          <a:xfrm>
            <a:off x="6240960" y="6022080"/>
            <a:ext cx="2435760" cy="41756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91080" y="7196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6800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12691080" y="212220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12691080" y="337212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12691080" y="500616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12663360" y="663192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87;p15"/>
          <p:cNvSpPr/>
          <p:nvPr/>
        </p:nvSpPr>
        <p:spPr>
          <a:xfrm>
            <a:off x="12663360" y="827640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87;p15"/>
          <p:cNvSpPr/>
          <p:nvPr/>
        </p:nvSpPr>
        <p:spPr>
          <a:xfrm>
            <a:off x="9609840" y="228312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87;p15"/>
          <p:cNvSpPr/>
          <p:nvPr/>
        </p:nvSpPr>
        <p:spPr>
          <a:xfrm>
            <a:off x="9609840" y="378216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7;p15"/>
          <p:cNvSpPr/>
          <p:nvPr/>
        </p:nvSpPr>
        <p:spPr>
          <a:xfrm>
            <a:off x="9621000" y="52070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87;p15"/>
          <p:cNvSpPr/>
          <p:nvPr/>
        </p:nvSpPr>
        <p:spPr>
          <a:xfrm>
            <a:off x="9609840" y="672552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87;p15"/>
          <p:cNvSpPr/>
          <p:nvPr/>
        </p:nvSpPr>
        <p:spPr>
          <a:xfrm>
            <a:off x="9582120" y="830160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34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75;p15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76;p15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77;p15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78;p15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7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8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9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0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1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2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53" name="Google Shape;86;p15"/>
          <p:cNvSpPr/>
          <p:nvPr/>
        </p:nvSpPr>
        <p:spPr>
          <a:xfrm>
            <a:off x="6235200" y="1330920"/>
            <a:ext cx="2409480" cy="40755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4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55" name="Google Shape;92;p15"/>
          <p:cNvSpPr/>
          <p:nvPr/>
        </p:nvSpPr>
        <p:spPr>
          <a:xfrm>
            <a:off x="6240960" y="6022080"/>
            <a:ext cx="2435760" cy="41756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9018800" y="6800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7376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9018800" y="208260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9018800" y="333216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9018800" y="496656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8991080" y="659232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Google Shape;87;p15"/>
          <p:cNvSpPr/>
          <p:nvPr/>
        </p:nvSpPr>
        <p:spPr>
          <a:xfrm>
            <a:off x="18991080" y="82364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87;p15"/>
          <p:cNvSpPr/>
          <p:nvPr/>
        </p:nvSpPr>
        <p:spPr>
          <a:xfrm>
            <a:off x="12657600" y="234072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87;p15"/>
          <p:cNvSpPr/>
          <p:nvPr/>
        </p:nvSpPr>
        <p:spPr>
          <a:xfrm>
            <a:off x="12657600" y="383976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Google Shape;87;p15"/>
          <p:cNvSpPr/>
          <p:nvPr/>
        </p:nvSpPr>
        <p:spPr>
          <a:xfrm>
            <a:off x="12668400" y="52646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87;p15"/>
          <p:cNvSpPr/>
          <p:nvPr/>
        </p:nvSpPr>
        <p:spPr>
          <a:xfrm>
            <a:off x="12657600" y="678312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87;p15"/>
          <p:cNvSpPr/>
          <p:nvPr/>
        </p:nvSpPr>
        <p:spPr>
          <a:xfrm>
            <a:off x="12629880" y="8358840"/>
            <a:ext cx="1874520" cy="2291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222;p 1"/>
          <p:cNvSpPr txBox="1"/>
          <p:nvPr/>
        </p:nvSpPr>
        <p:spPr>
          <a:xfrm>
            <a:off x="814320" y="3300840"/>
            <a:ext cx="19956240" cy="4197240"/>
          </a:xfrm>
          <a:prstGeom prst="rect">
            <a:avLst/>
          </a:prstGeom>
        </p:spPr>
        <p:txBody>
          <a:bodyPr wrap="none" lIns="318960" rIns="31896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66;p 1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71" name="Google Shape;67;p 1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68;p 1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69;p 1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0;p 1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1;p 1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2;p 1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3;p 1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74;p 1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75;p 1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76;p 1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77;p 1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78;p 1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79;p 1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4" name="Google Shape;80;p 1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5" name="Google Shape;81;p 1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6" name="Google Shape;82;p 1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7" name="Google Shape;83;p 1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8" name="Google Shape;84;p 1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9" name="Google Shape;85;p 1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90" name="Google Shape;86;p 1"/>
          <p:cNvSpPr/>
          <p:nvPr/>
        </p:nvSpPr>
        <p:spPr>
          <a:xfrm>
            <a:off x="6235200" y="970920"/>
            <a:ext cx="2409480" cy="8928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1" name="Google Shape;91;p 1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2" name="Google Shape;87;p 1"/>
          <p:cNvSpPr/>
          <p:nvPr/>
        </p:nvSpPr>
        <p:spPr>
          <a:xfrm>
            <a:off x="18838800" y="122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2"/>
          <p:cNvSpPr/>
          <p:nvPr/>
        </p:nvSpPr>
        <p:spPr>
          <a:xfrm>
            <a:off x="12600000" y="9075960"/>
            <a:ext cx="1874520" cy="172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3"/>
          <p:cNvSpPr/>
          <p:nvPr/>
        </p:nvSpPr>
        <p:spPr>
          <a:xfrm>
            <a:off x="18900000" y="284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4"/>
          <p:cNvSpPr/>
          <p:nvPr/>
        </p:nvSpPr>
        <p:spPr>
          <a:xfrm>
            <a:off x="18838800" y="428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6"/>
          <p:cNvSpPr/>
          <p:nvPr/>
        </p:nvSpPr>
        <p:spPr>
          <a:xfrm>
            <a:off x="18838800" y="594000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7"/>
          <p:cNvSpPr/>
          <p:nvPr/>
        </p:nvSpPr>
        <p:spPr>
          <a:xfrm>
            <a:off x="18838800" y="752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Google Shape;87;p 14"/>
          <p:cNvSpPr/>
          <p:nvPr/>
        </p:nvSpPr>
        <p:spPr>
          <a:xfrm>
            <a:off x="18838800" y="914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87;p 15"/>
          <p:cNvSpPr/>
          <p:nvPr/>
        </p:nvSpPr>
        <p:spPr>
          <a:xfrm>
            <a:off x="12600360" y="7200000"/>
            <a:ext cx="1874520" cy="172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87;p 11"/>
          <p:cNvSpPr/>
          <p:nvPr/>
        </p:nvSpPr>
        <p:spPr>
          <a:xfrm>
            <a:off x="12657600" y="5478840"/>
            <a:ext cx="1874520" cy="172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87;p 2"/>
          <p:cNvSpPr/>
          <p:nvPr/>
        </p:nvSpPr>
        <p:spPr>
          <a:xfrm>
            <a:off x="12704400" y="3780000"/>
            <a:ext cx="1874520" cy="172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87;p 8"/>
          <p:cNvSpPr/>
          <p:nvPr/>
        </p:nvSpPr>
        <p:spPr>
          <a:xfrm>
            <a:off x="12704400" y="2238840"/>
            <a:ext cx="1874520" cy="172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87;p 9"/>
          <p:cNvSpPr/>
          <p:nvPr/>
        </p:nvSpPr>
        <p:spPr>
          <a:xfrm>
            <a:off x="12600000" y="618840"/>
            <a:ext cx="1874520" cy="172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4" name="Google Shape;66;p 2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05" name="Google Shape;67;p 2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68;p 2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69;p 2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0;p 2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1;p 2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2;p 2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3;p 2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74;p 2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75;p 2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76;p 2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Google Shape;77;p 2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Google Shape;78;p 2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Google Shape;79;p 2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8" name="Google Shape;80;p 2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9" name="Google Shape;81;p 2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0" name="Google Shape;82;p 2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1" name="Google Shape;83;p 2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2" name="Google Shape;84;p 2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3" name="Google Shape;85;p 2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24" name="Google Shape;86;p 2"/>
          <p:cNvSpPr/>
          <p:nvPr/>
        </p:nvSpPr>
        <p:spPr>
          <a:xfrm>
            <a:off x="6235200" y="970920"/>
            <a:ext cx="2409480" cy="946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5" name="Google Shape;91;p 2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6" name="Google Shape;87;p 5"/>
          <p:cNvSpPr/>
          <p:nvPr/>
        </p:nvSpPr>
        <p:spPr>
          <a:xfrm>
            <a:off x="18838800" y="122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10"/>
          <p:cNvSpPr/>
          <p:nvPr/>
        </p:nvSpPr>
        <p:spPr>
          <a:xfrm>
            <a:off x="12539160" y="8869680"/>
            <a:ext cx="2159280" cy="1183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13"/>
          <p:cNvSpPr/>
          <p:nvPr/>
        </p:nvSpPr>
        <p:spPr>
          <a:xfrm>
            <a:off x="18900000" y="284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16"/>
          <p:cNvSpPr/>
          <p:nvPr/>
        </p:nvSpPr>
        <p:spPr>
          <a:xfrm>
            <a:off x="18838800" y="428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17"/>
          <p:cNvSpPr/>
          <p:nvPr/>
        </p:nvSpPr>
        <p:spPr>
          <a:xfrm>
            <a:off x="18838800" y="594000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18"/>
          <p:cNvSpPr/>
          <p:nvPr/>
        </p:nvSpPr>
        <p:spPr>
          <a:xfrm>
            <a:off x="18838800" y="752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19"/>
          <p:cNvSpPr/>
          <p:nvPr/>
        </p:nvSpPr>
        <p:spPr>
          <a:xfrm>
            <a:off x="18838800" y="9140040"/>
            <a:ext cx="1140120" cy="758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0"/>
          <p:cNvSpPr/>
          <p:nvPr/>
        </p:nvSpPr>
        <p:spPr>
          <a:xfrm>
            <a:off x="12600360" y="7560000"/>
            <a:ext cx="1874520" cy="729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2"/>
          <p:cNvSpPr/>
          <p:nvPr/>
        </p:nvSpPr>
        <p:spPr>
          <a:xfrm>
            <a:off x="12704400" y="3960000"/>
            <a:ext cx="1874520" cy="143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3"/>
          <p:cNvSpPr/>
          <p:nvPr/>
        </p:nvSpPr>
        <p:spPr>
          <a:xfrm>
            <a:off x="12704400" y="2637000"/>
            <a:ext cx="1874520" cy="962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24"/>
          <p:cNvSpPr/>
          <p:nvPr/>
        </p:nvSpPr>
        <p:spPr>
          <a:xfrm>
            <a:off x="12704760" y="979200"/>
            <a:ext cx="1874520" cy="136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5"/>
          <p:cNvSpPr/>
          <p:nvPr/>
        </p:nvSpPr>
        <p:spPr>
          <a:xfrm>
            <a:off x="15840000" y="9000000"/>
            <a:ext cx="187452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26"/>
          <p:cNvSpPr/>
          <p:nvPr/>
        </p:nvSpPr>
        <p:spPr>
          <a:xfrm>
            <a:off x="15840000" y="7380000"/>
            <a:ext cx="1874520" cy="118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27"/>
          <p:cNvSpPr/>
          <p:nvPr/>
        </p:nvSpPr>
        <p:spPr>
          <a:xfrm>
            <a:off x="15764760" y="5400000"/>
            <a:ext cx="1874520" cy="172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28"/>
          <p:cNvSpPr/>
          <p:nvPr/>
        </p:nvSpPr>
        <p:spPr>
          <a:xfrm>
            <a:off x="15764760" y="4140000"/>
            <a:ext cx="1874520" cy="100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29"/>
          <p:cNvSpPr/>
          <p:nvPr/>
        </p:nvSpPr>
        <p:spPr>
          <a:xfrm>
            <a:off x="15764760" y="2520000"/>
            <a:ext cx="187452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0"/>
          <p:cNvSpPr/>
          <p:nvPr/>
        </p:nvSpPr>
        <p:spPr>
          <a:xfrm>
            <a:off x="15764760" y="1159200"/>
            <a:ext cx="1874520" cy="10000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Google Shape;87;p 21"/>
          <p:cNvSpPr/>
          <p:nvPr/>
        </p:nvSpPr>
        <p:spPr>
          <a:xfrm>
            <a:off x="9540000" y="1080000"/>
            <a:ext cx="1874520" cy="962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Google Shape;87;p 31"/>
          <p:cNvSpPr/>
          <p:nvPr/>
        </p:nvSpPr>
        <p:spPr>
          <a:xfrm>
            <a:off x="9540000" y="2700000"/>
            <a:ext cx="1874520" cy="962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87;p 32"/>
          <p:cNvSpPr/>
          <p:nvPr/>
        </p:nvSpPr>
        <p:spPr>
          <a:xfrm>
            <a:off x="9540000" y="4320000"/>
            <a:ext cx="1874520" cy="962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87;p 33"/>
          <p:cNvSpPr/>
          <p:nvPr/>
        </p:nvSpPr>
        <p:spPr>
          <a:xfrm>
            <a:off x="9644760" y="5877000"/>
            <a:ext cx="1874520" cy="962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87;p 34"/>
          <p:cNvSpPr/>
          <p:nvPr/>
        </p:nvSpPr>
        <p:spPr>
          <a:xfrm>
            <a:off x="9720000" y="7380000"/>
            <a:ext cx="1874520" cy="962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87;p 35"/>
          <p:cNvSpPr/>
          <p:nvPr/>
        </p:nvSpPr>
        <p:spPr>
          <a:xfrm>
            <a:off x="9824760" y="9117000"/>
            <a:ext cx="1874520" cy="962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9" name="Google Shape;66;p 3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50" name="Google Shape;67;p 3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68;p 3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69;p 3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0;p 3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1;p 3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2;p 3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3;p 3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Google Shape;74;p 3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75;p 3"/>
          <p:cNvSpPr/>
          <p:nvPr/>
        </p:nvSpPr>
        <p:spPr>
          <a:xfrm>
            <a:off x="3197160" y="29613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76;p 3"/>
          <p:cNvSpPr/>
          <p:nvPr/>
        </p:nvSpPr>
        <p:spPr>
          <a:xfrm>
            <a:off x="3197160" y="45374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77;p 3"/>
          <p:cNvSpPr/>
          <p:nvPr/>
        </p:nvSpPr>
        <p:spPr>
          <a:xfrm>
            <a:off x="3197160" y="61131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78;p 3"/>
          <p:cNvSpPr/>
          <p:nvPr/>
        </p:nvSpPr>
        <p:spPr>
          <a:xfrm>
            <a:off x="3197160" y="7689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Google Shape;79;p 3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3" name="Google Shape;80;p 3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4" name="Google Shape;81;p 3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5" name="Google Shape;82;p 3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6" name="Google Shape;83;p 3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7" name="Google Shape;84;p 3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8" name="Google Shape;85;p 3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9" name="Google Shape;86;p 3"/>
          <p:cNvSpPr/>
          <p:nvPr/>
        </p:nvSpPr>
        <p:spPr>
          <a:xfrm>
            <a:off x="6235200" y="970920"/>
            <a:ext cx="2409480" cy="946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0" name="Google Shape;91;p 3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71" name="Google Shape;87;p 36"/>
          <p:cNvSpPr/>
          <p:nvPr/>
        </p:nvSpPr>
        <p:spPr>
          <a:xfrm rot="33000">
            <a:off x="18353160" y="852480"/>
            <a:ext cx="2880000" cy="129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87;p 38"/>
          <p:cNvSpPr/>
          <p:nvPr/>
        </p:nvSpPr>
        <p:spPr>
          <a:xfrm rot="33000">
            <a:off x="18353160" y="8833680"/>
            <a:ext cx="2880000" cy="129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87;p 39"/>
          <p:cNvSpPr/>
          <p:nvPr/>
        </p:nvSpPr>
        <p:spPr>
          <a:xfrm rot="33000">
            <a:off x="18352800" y="7213680"/>
            <a:ext cx="2880000" cy="129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87;p 40"/>
          <p:cNvSpPr/>
          <p:nvPr/>
        </p:nvSpPr>
        <p:spPr>
          <a:xfrm rot="33000">
            <a:off x="18352800" y="5593680"/>
            <a:ext cx="2880000" cy="129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Google Shape;87;p 41"/>
          <p:cNvSpPr/>
          <p:nvPr/>
        </p:nvSpPr>
        <p:spPr>
          <a:xfrm rot="33000">
            <a:off x="18352800" y="4092480"/>
            <a:ext cx="2880000" cy="129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87;p 42"/>
          <p:cNvSpPr/>
          <p:nvPr/>
        </p:nvSpPr>
        <p:spPr>
          <a:xfrm rot="33000">
            <a:off x="18352800" y="2533680"/>
            <a:ext cx="2880000" cy="1293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Google Shape;222;p 1"/>
          <p:cNvSpPr txBox="1"/>
          <p:nvPr/>
        </p:nvSpPr>
        <p:spPr>
          <a:xfrm>
            <a:off x="814320" y="3300840"/>
            <a:ext cx="19956240" cy="4197240"/>
          </a:xfrm>
          <a:prstGeom prst="rect">
            <a:avLst/>
          </a:prstGeom>
        </p:spPr>
        <p:txBody>
          <a:bodyPr wrap="none" lIns="318960" rIns="31896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9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80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Google Shape;75;p15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Google Shape;76;p15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Google Shape;77;p15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Google Shape;78;p15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3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4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5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6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7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8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99" name="Google Shape;86;p15"/>
          <p:cNvSpPr/>
          <p:nvPr/>
        </p:nvSpPr>
        <p:spPr>
          <a:xfrm>
            <a:off x="6396120" y="1257120"/>
            <a:ext cx="2435760" cy="383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87;p15"/>
          <p:cNvSpPr/>
          <p:nvPr/>
        </p:nvSpPr>
        <p:spPr>
          <a:xfrm>
            <a:off x="167400" y="6967080"/>
            <a:ext cx="2435760" cy="2775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2" name="Google Shape;92;p15"/>
          <p:cNvSpPr/>
          <p:nvPr/>
        </p:nvSpPr>
        <p:spPr>
          <a:xfrm>
            <a:off x="6422400" y="6126120"/>
            <a:ext cx="2435760" cy="3616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Google Shape;86;p15"/>
          <p:cNvSpPr/>
          <p:nvPr/>
        </p:nvSpPr>
        <p:spPr>
          <a:xfrm>
            <a:off x="9366120" y="1257120"/>
            <a:ext cx="243576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1"/>
          <p:cNvSpPr/>
          <p:nvPr/>
        </p:nvSpPr>
        <p:spPr>
          <a:xfrm>
            <a:off x="0" y="0"/>
            <a:ext cx="21599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tIns="-45000" bIns="-45000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Google Shape;86;p15"/>
          <p:cNvSpPr/>
          <p:nvPr/>
        </p:nvSpPr>
        <p:spPr>
          <a:xfrm>
            <a:off x="9366120" y="2622960"/>
            <a:ext cx="2435760" cy="1157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Google Shape;86;p15"/>
          <p:cNvSpPr/>
          <p:nvPr/>
        </p:nvSpPr>
        <p:spPr>
          <a:xfrm>
            <a:off x="9366120" y="4167720"/>
            <a:ext cx="2435760" cy="1157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86;p15"/>
          <p:cNvSpPr/>
          <p:nvPr/>
        </p:nvSpPr>
        <p:spPr>
          <a:xfrm>
            <a:off x="9366120" y="6126120"/>
            <a:ext cx="2435760" cy="1157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Google Shape;86;p15"/>
          <p:cNvSpPr/>
          <p:nvPr/>
        </p:nvSpPr>
        <p:spPr>
          <a:xfrm>
            <a:off x="9366120" y="7581240"/>
            <a:ext cx="2435760" cy="1157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Google Shape;86;p15"/>
          <p:cNvSpPr/>
          <p:nvPr/>
        </p:nvSpPr>
        <p:spPr>
          <a:xfrm>
            <a:off x="9366120" y="9036360"/>
            <a:ext cx="2435760" cy="1157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Google Shape;86;p15"/>
          <p:cNvSpPr/>
          <p:nvPr/>
        </p:nvSpPr>
        <p:spPr>
          <a:xfrm>
            <a:off x="167400" y="163944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Google Shape;86;p15"/>
          <p:cNvSpPr/>
          <p:nvPr/>
        </p:nvSpPr>
        <p:spPr>
          <a:xfrm>
            <a:off x="184320" y="3568320"/>
            <a:ext cx="239256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Google Shape;222;p 1"/>
          <p:cNvSpPr txBox="1"/>
          <p:nvPr/>
        </p:nvSpPr>
        <p:spPr>
          <a:xfrm>
            <a:off x="814320" y="3300840"/>
            <a:ext cx="19956240" cy="4197240"/>
          </a:xfrm>
          <a:prstGeom prst="rect">
            <a:avLst/>
          </a:prstGeom>
        </p:spPr>
        <p:txBody>
          <a:bodyPr wrap="none" lIns="318960" rIns="31896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4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15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Google Shape;75;p15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76;p15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Google Shape;77;p15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Google Shape;78;p15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8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9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0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1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2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3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34" name="Google Shape;86;p15"/>
          <p:cNvSpPr/>
          <p:nvPr/>
        </p:nvSpPr>
        <p:spPr>
          <a:xfrm>
            <a:off x="6396120" y="1257120"/>
            <a:ext cx="2435760" cy="3837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Google Shape;87;p15"/>
          <p:cNvSpPr/>
          <p:nvPr/>
        </p:nvSpPr>
        <p:spPr>
          <a:xfrm>
            <a:off x="167400" y="6967080"/>
            <a:ext cx="2435760" cy="2775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6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37" name="Google Shape;92;p15"/>
          <p:cNvSpPr/>
          <p:nvPr/>
        </p:nvSpPr>
        <p:spPr>
          <a:xfrm>
            <a:off x="6422400" y="6126120"/>
            <a:ext cx="2435760" cy="3616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Rectangle 1"/>
          <p:cNvSpPr/>
          <p:nvPr/>
        </p:nvSpPr>
        <p:spPr>
          <a:xfrm>
            <a:off x="0" y="0"/>
            <a:ext cx="21599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tIns="-45000" bIns="-45000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Google Shape;86;p15"/>
          <p:cNvSpPr/>
          <p:nvPr/>
        </p:nvSpPr>
        <p:spPr>
          <a:xfrm>
            <a:off x="167400" y="163944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Google Shape;86;p15"/>
          <p:cNvSpPr/>
          <p:nvPr/>
        </p:nvSpPr>
        <p:spPr>
          <a:xfrm>
            <a:off x="184320" y="3568320"/>
            <a:ext cx="239256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86;p15"/>
          <p:cNvSpPr/>
          <p:nvPr/>
        </p:nvSpPr>
        <p:spPr>
          <a:xfrm>
            <a:off x="9143640" y="2887200"/>
            <a:ext cx="2854440" cy="1255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Google Shape;86;p15"/>
          <p:cNvSpPr/>
          <p:nvPr/>
        </p:nvSpPr>
        <p:spPr>
          <a:xfrm>
            <a:off x="9113760" y="4411800"/>
            <a:ext cx="2854440" cy="1255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Google Shape;86;p15"/>
          <p:cNvSpPr/>
          <p:nvPr/>
        </p:nvSpPr>
        <p:spPr>
          <a:xfrm>
            <a:off x="9161640" y="5826960"/>
            <a:ext cx="2854440" cy="1255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Google Shape;86;p15"/>
          <p:cNvSpPr/>
          <p:nvPr/>
        </p:nvSpPr>
        <p:spPr>
          <a:xfrm>
            <a:off x="9113760" y="7150680"/>
            <a:ext cx="2854440" cy="1255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Google Shape;86;p15"/>
          <p:cNvSpPr/>
          <p:nvPr/>
        </p:nvSpPr>
        <p:spPr>
          <a:xfrm>
            <a:off x="12335400" y="86760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86;p15"/>
          <p:cNvSpPr/>
          <p:nvPr/>
        </p:nvSpPr>
        <p:spPr>
          <a:xfrm>
            <a:off x="12233880" y="258768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Google Shape;86;p15"/>
          <p:cNvSpPr/>
          <p:nvPr/>
        </p:nvSpPr>
        <p:spPr>
          <a:xfrm>
            <a:off x="12319200" y="441180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Google Shape;86;p15"/>
          <p:cNvSpPr/>
          <p:nvPr/>
        </p:nvSpPr>
        <p:spPr>
          <a:xfrm>
            <a:off x="12380760" y="605196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Google Shape;86;p15"/>
          <p:cNvSpPr/>
          <p:nvPr/>
        </p:nvSpPr>
        <p:spPr>
          <a:xfrm>
            <a:off x="12330720" y="760464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Google Shape;86;p15"/>
          <p:cNvSpPr/>
          <p:nvPr/>
        </p:nvSpPr>
        <p:spPr>
          <a:xfrm>
            <a:off x="12181680" y="895140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86;p15"/>
          <p:cNvSpPr/>
          <p:nvPr/>
        </p:nvSpPr>
        <p:spPr>
          <a:xfrm>
            <a:off x="9263880" y="130932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86;p15"/>
          <p:cNvSpPr/>
          <p:nvPr/>
        </p:nvSpPr>
        <p:spPr>
          <a:xfrm>
            <a:off x="9432720" y="905904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54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75;p15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Google Shape;76;p15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Google Shape;77;p15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Google Shape;78;p15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7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8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9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70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71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72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73" name="Google Shape;86;p15"/>
          <p:cNvSpPr/>
          <p:nvPr/>
        </p:nvSpPr>
        <p:spPr>
          <a:xfrm>
            <a:off x="7658640" y="714960"/>
            <a:ext cx="1225800" cy="4205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4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75" name="Google Shape;92;p15"/>
          <p:cNvSpPr/>
          <p:nvPr/>
        </p:nvSpPr>
        <p:spPr>
          <a:xfrm>
            <a:off x="7695000" y="5102280"/>
            <a:ext cx="1188720" cy="5233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Rectangle 1"/>
          <p:cNvSpPr/>
          <p:nvPr/>
        </p:nvSpPr>
        <p:spPr>
          <a:xfrm>
            <a:off x="0" y="0"/>
            <a:ext cx="21599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tIns="-45000" bIns="-45000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Google Shape;86;p15"/>
          <p:cNvSpPr/>
          <p:nvPr/>
        </p:nvSpPr>
        <p:spPr>
          <a:xfrm>
            <a:off x="167400" y="163944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Google Shape;86;p15"/>
          <p:cNvSpPr/>
          <p:nvPr/>
        </p:nvSpPr>
        <p:spPr>
          <a:xfrm>
            <a:off x="184320" y="3568320"/>
            <a:ext cx="239256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Google Shape;86;p15"/>
          <p:cNvSpPr/>
          <p:nvPr/>
        </p:nvSpPr>
        <p:spPr>
          <a:xfrm>
            <a:off x="15395040" y="85968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Google Shape;86;p15"/>
          <p:cNvSpPr/>
          <p:nvPr/>
        </p:nvSpPr>
        <p:spPr>
          <a:xfrm>
            <a:off x="15293520" y="257976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Google Shape;86;p15"/>
          <p:cNvSpPr/>
          <p:nvPr/>
        </p:nvSpPr>
        <p:spPr>
          <a:xfrm>
            <a:off x="15378840" y="440388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Google Shape;86;p15"/>
          <p:cNvSpPr/>
          <p:nvPr/>
        </p:nvSpPr>
        <p:spPr>
          <a:xfrm>
            <a:off x="15440400" y="604440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Google Shape;86;p15"/>
          <p:cNvSpPr/>
          <p:nvPr/>
        </p:nvSpPr>
        <p:spPr>
          <a:xfrm>
            <a:off x="15390360" y="759672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Google Shape;86;p15"/>
          <p:cNvSpPr/>
          <p:nvPr/>
        </p:nvSpPr>
        <p:spPr>
          <a:xfrm>
            <a:off x="15241320" y="894348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Google Shape;86;p15"/>
          <p:cNvSpPr/>
          <p:nvPr/>
        </p:nvSpPr>
        <p:spPr>
          <a:xfrm>
            <a:off x="9299160" y="13953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Google Shape;86;p15"/>
          <p:cNvSpPr/>
          <p:nvPr/>
        </p:nvSpPr>
        <p:spPr>
          <a:xfrm>
            <a:off x="9462600" y="92649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Google Shape;87;p15"/>
          <p:cNvSpPr/>
          <p:nvPr/>
        </p:nvSpPr>
        <p:spPr>
          <a:xfrm>
            <a:off x="6135840" y="70704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Google Shape;87;p15"/>
          <p:cNvSpPr/>
          <p:nvPr/>
        </p:nvSpPr>
        <p:spPr>
          <a:xfrm>
            <a:off x="6072480" y="852948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Google Shape;86;p15"/>
          <p:cNvSpPr/>
          <p:nvPr/>
        </p:nvSpPr>
        <p:spPr>
          <a:xfrm>
            <a:off x="12365640" y="77086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Google Shape;86;p15"/>
          <p:cNvSpPr/>
          <p:nvPr/>
        </p:nvSpPr>
        <p:spPr>
          <a:xfrm>
            <a:off x="12359520" y="59518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Google Shape;86;p15"/>
          <p:cNvSpPr/>
          <p:nvPr/>
        </p:nvSpPr>
        <p:spPr>
          <a:xfrm>
            <a:off x="12394440" y="433980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Google Shape;86;p15"/>
          <p:cNvSpPr/>
          <p:nvPr/>
        </p:nvSpPr>
        <p:spPr>
          <a:xfrm>
            <a:off x="12228840" y="287676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Google Shape;86;p15"/>
          <p:cNvSpPr/>
          <p:nvPr/>
        </p:nvSpPr>
        <p:spPr>
          <a:xfrm>
            <a:off x="9318600" y="76438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Google Shape;86;p15"/>
          <p:cNvSpPr/>
          <p:nvPr/>
        </p:nvSpPr>
        <p:spPr>
          <a:xfrm>
            <a:off x="9312480" y="58870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Google Shape;86;p15"/>
          <p:cNvSpPr/>
          <p:nvPr/>
        </p:nvSpPr>
        <p:spPr>
          <a:xfrm>
            <a:off x="9347400" y="427500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Google Shape;86;p15"/>
          <p:cNvSpPr/>
          <p:nvPr/>
        </p:nvSpPr>
        <p:spPr>
          <a:xfrm>
            <a:off x="9181800" y="281232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7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98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Google Shape;75;p15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Google Shape;76;p15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Google Shape;77;p15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Google Shape;78;p15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1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2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3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4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5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6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17" name="Google Shape;86;p15"/>
          <p:cNvSpPr/>
          <p:nvPr/>
        </p:nvSpPr>
        <p:spPr>
          <a:xfrm>
            <a:off x="7658640" y="714960"/>
            <a:ext cx="1225800" cy="4205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8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19" name="Google Shape;92;p15"/>
          <p:cNvSpPr/>
          <p:nvPr/>
        </p:nvSpPr>
        <p:spPr>
          <a:xfrm>
            <a:off x="7695000" y="5102280"/>
            <a:ext cx="1188720" cy="5233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Rectangle 1"/>
          <p:cNvSpPr/>
          <p:nvPr/>
        </p:nvSpPr>
        <p:spPr>
          <a:xfrm>
            <a:off x="0" y="0"/>
            <a:ext cx="21599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tIns="-45000" bIns="-45000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Google Shape;86;p15"/>
          <p:cNvSpPr/>
          <p:nvPr/>
        </p:nvSpPr>
        <p:spPr>
          <a:xfrm>
            <a:off x="167400" y="163944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Google Shape;86;p15"/>
          <p:cNvSpPr/>
          <p:nvPr/>
        </p:nvSpPr>
        <p:spPr>
          <a:xfrm>
            <a:off x="184320" y="3568320"/>
            <a:ext cx="239256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Google Shape;86;p15"/>
          <p:cNvSpPr/>
          <p:nvPr/>
        </p:nvSpPr>
        <p:spPr>
          <a:xfrm>
            <a:off x="15395040" y="85968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Google Shape;86;p15"/>
          <p:cNvSpPr/>
          <p:nvPr/>
        </p:nvSpPr>
        <p:spPr>
          <a:xfrm>
            <a:off x="15293520" y="257976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Google Shape;86;p15"/>
          <p:cNvSpPr/>
          <p:nvPr/>
        </p:nvSpPr>
        <p:spPr>
          <a:xfrm>
            <a:off x="15378840" y="440388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Google Shape;86;p15"/>
          <p:cNvSpPr/>
          <p:nvPr/>
        </p:nvSpPr>
        <p:spPr>
          <a:xfrm>
            <a:off x="15440400" y="604440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Google Shape;86;p15"/>
          <p:cNvSpPr/>
          <p:nvPr/>
        </p:nvSpPr>
        <p:spPr>
          <a:xfrm>
            <a:off x="15390360" y="759672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86;p15"/>
          <p:cNvSpPr/>
          <p:nvPr/>
        </p:nvSpPr>
        <p:spPr>
          <a:xfrm>
            <a:off x="15241320" y="894348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Google Shape;86;p15"/>
          <p:cNvSpPr/>
          <p:nvPr/>
        </p:nvSpPr>
        <p:spPr>
          <a:xfrm>
            <a:off x="12325320" y="13953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Google Shape;86;p15"/>
          <p:cNvSpPr/>
          <p:nvPr/>
        </p:nvSpPr>
        <p:spPr>
          <a:xfrm>
            <a:off x="12552480" y="934416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Google Shape;87;p15"/>
          <p:cNvSpPr/>
          <p:nvPr/>
        </p:nvSpPr>
        <p:spPr>
          <a:xfrm>
            <a:off x="6135840" y="70704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Google Shape;87;p15"/>
          <p:cNvSpPr/>
          <p:nvPr/>
        </p:nvSpPr>
        <p:spPr>
          <a:xfrm>
            <a:off x="6072480" y="852948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Google Shape;86;p15"/>
          <p:cNvSpPr/>
          <p:nvPr/>
        </p:nvSpPr>
        <p:spPr>
          <a:xfrm>
            <a:off x="12365640" y="77086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Google Shape;86;p15"/>
          <p:cNvSpPr/>
          <p:nvPr/>
        </p:nvSpPr>
        <p:spPr>
          <a:xfrm>
            <a:off x="12359520" y="59518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Google Shape;86;p15"/>
          <p:cNvSpPr/>
          <p:nvPr/>
        </p:nvSpPr>
        <p:spPr>
          <a:xfrm>
            <a:off x="12394440" y="433980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Google Shape;86;p15"/>
          <p:cNvSpPr/>
          <p:nvPr/>
        </p:nvSpPr>
        <p:spPr>
          <a:xfrm>
            <a:off x="12237840" y="273060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Google Shape;86;p15"/>
          <p:cNvSpPr/>
          <p:nvPr/>
        </p:nvSpPr>
        <p:spPr>
          <a:xfrm>
            <a:off x="9318600" y="76438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Google Shape;86;p15"/>
          <p:cNvSpPr/>
          <p:nvPr/>
        </p:nvSpPr>
        <p:spPr>
          <a:xfrm>
            <a:off x="9312480" y="58870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Google Shape;86;p15"/>
          <p:cNvSpPr/>
          <p:nvPr/>
        </p:nvSpPr>
        <p:spPr>
          <a:xfrm>
            <a:off x="9347400" y="427500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Google Shape;86;p15"/>
          <p:cNvSpPr/>
          <p:nvPr/>
        </p:nvSpPr>
        <p:spPr>
          <a:xfrm>
            <a:off x="9181800" y="281232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Google Shape;222;p 1"/>
          <p:cNvSpPr txBox="1"/>
          <p:nvPr/>
        </p:nvSpPr>
        <p:spPr>
          <a:xfrm>
            <a:off x="814320" y="3300840"/>
            <a:ext cx="19956240" cy="4197240"/>
          </a:xfrm>
          <a:prstGeom prst="rect">
            <a:avLst/>
          </a:prstGeom>
        </p:spPr>
        <p:txBody>
          <a:bodyPr wrap="none" lIns="318960" rIns="31896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6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3" name="Google Shape;66;p15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44" name="Google Shape;67;p15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Google Shape;68;p15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Google Shape;69;p15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Google Shape;70;p15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Google Shape;71;p15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Google Shape;72;p15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Google Shape;73;p15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Google Shape;74;p15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Google Shape;75;p15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Google Shape;76;p15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Google Shape;77;p15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Google Shape;78;p15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Google Shape;79;p15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7" name="Google Shape;80;p15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58" name="Google Shape;81;p15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59" name="Google Shape;82;p15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60" name="Google Shape;83;p15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61" name="Google Shape;84;p15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62" name="Google Shape;85;p15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63" name="Google Shape;86;p15"/>
          <p:cNvSpPr/>
          <p:nvPr/>
        </p:nvSpPr>
        <p:spPr>
          <a:xfrm>
            <a:off x="7658640" y="714960"/>
            <a:ext cx="1225800" cy="4205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4" name="Google Shape;91;p15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5" name="Google Shape;92;p15"/>
          <p:cNvSpPr/>
          <p:nvPr/>
        </p:nvSpPr>
        <p:spPr>
          <a:xfrm>
            <a:off x="7695000" y="5102280"/>
            <a:ext cx="1188720" cy="5233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Rectangle 1"/>
          <p:cNvSpPr/>
          <p:nvPr/>
        </p:nvSpPr>
        <p:spPr>
          <a:xfrm>
            <a:off x="0" y="0"/>
            <a:ext cx="21599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tIns="-45000" bIns="-45000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Google Shape;86;p15"/>
          <p:cNvSpPr/>
          <p:nvPr/>
        </p:nvSpPr>
        <p:spPr>
          <a:xfrm>
            <a:off x="192600" y="284076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Google Shape;86;p15"/>
          <p:cNvSpPr/>
          <p:nvPr/>
        </p:nvSpPr>
        <p:spPr>
          <a:xfrm>
            <a:off x="18536400" y="95220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86;p15"/>
          <p:cNvSpPr/>
          <p:nvPr/>
        </p:nvSpPr>
        <p:spPr>
          <a:xfrm>
            <a:off x="18495000" y="259524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Google Shape;86;p15"/>
          <p:cNvSpPr/>
          <p:nvPr/>
        </p:nvSpPr>
        <p:spPr>
          <a:xfrm>
            <a:off x="18536400" y="431100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Google Shape;86;p15"/>
          <p:cNvSpPr/>
          <p:nvPr/>
        </p:nvSpPr>
        <p:spPr>
          <a:xfrm>
            <a:off x="18640800" y="598176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Google Shape;86;p15"/>
          <p:cNvSpPr/>
          <p:nvPr/>
        </p:nvSpPr>
        <p:spPr>
          <a:xfrm>
            <a:off x="18625320" y="759744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86;p15"/>
          <p:cNvSpPr/>
          <p:nvPr/>
        </p:nvSpPr>
        <p:spPr>
          <a:xfrm>
            <a:off x="18625320" y="9104040"/>
            <a:ext cx="2895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Google Shape;86;p15"/>
          <p:cNvSpPr/>
          <p:nvPr/>
        </p:nvSpPr>
        <p:spPr>
          <a:xfrm>
            <a:off x="12517560" y="130104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86;p15"/>
          <p:cNvSpPr/>
          <p:nvPr/>
        </p:nvSpPr>
        <p:spPr>
          <a:xfrm>
            <a:off x="12683520" y="9203400"/>
            <a:ext cx="2216520" cy="683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Google Shape;87;p15"/>
          <p:cNvSpPr/>
          <p:nvPr/>
        </p:nvSpPr>
        <p:spPr>
          <a:xfrm>
            <a:off x="6135840" y="70704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Google Shape;87;p15"/>
          <p:cNvSpPr/>
          <p:nvPr/>
        </p:nvSpPr>
        <p:spPr>
          <a:xfrm>
            <a:off x="6072480" y="8529480"/>
            <a:ext cx="1544760" cy="1769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Google Shape;86;p15"/>
          <p:cNvSpPr/>
          <p:nvPr/>
        </p:nvSpPr>
        <p:spPr>
          <a:xfrm>
            <a:off x="15555960" y="763344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Google Shape;86;p15"/>
          <p:cNvSpPr/>
          <p:nvPr/>
        </p:nvSpPr>
        <p:spPr>
          <a:xfrm>
            <a:off x="15625080" y="59410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Google Shape;86;p15"/>
          <p:cNvSpPr/>
          <p:nvPr/>
        </p:nvSpPr>
        <p:spPr>
          <a:xfrm>
            <a:off x="15532560" y="43804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Google Shape;86;p15"/>
          <p:cNvSpPr/>
          <p:nvPr/>
        </p:nvSpPr>
        <p:spPr>
          <a:xfrm>
            <a:off x="15555960" y="284076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Google Shape;86;p15"/>
          <p:cNvSpPr/>
          <p:nvPr/>
        </p:nvSpPr>
        <p:spPr>
          <a:xfrm>
            <a:off x="9594720" y="761364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Google Shape;86;p15"/>
          <p:cNvSpPr/>
          <p:nvPr/>
        </p:nvSpPr>
        <p:spPr>
          <a:xfrm>
            <a:off x="9567000" y="589140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Google Shape;86;p15"/>
          <p:cNvSpPr/>
          <p:nvPr/>
        </p:nvSpPr>
        <p:spPr>
          <a:xfrm>
            <a:off x="9578520" y="437868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Google Shape;86;p15"/>
          <p:cNvSpPr/>
          <p:nvPr/>
        </p:nvSpPr>
        <p:spPr>
          <a:xfrm>
            <a:off x="9545040" y="2794320"/>
            <a:ext cx="2409480" cy="844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Google Shape;86;p15"/>
          <p:cNvSpPr/>
          <p:nvPr/>
        </p:nvSpPr>
        <p:spPr>
          <a:xfrm>
            <a:off x="12484080" y="277992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Google Shape;86;p15"/>
          <p:cNvSpPr/>
          <p:nvPr/>
        </p:nvSpPr>
        <p:spPr>
          <a:xfrm>
            <a:off x="12517560" y="427356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Google Shape;86;p15"/>
          <p:cNvSpPr/>
          <p:nvPr/>
        </p:nvSpPr>
        <p:spPr>
          <a:xfrm>
            <a:off x="12564360" y="590400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Google Shape;86;p15"/>
          <p:cNvSpPr/>
          <p:nvPr/>
        </p:nvSpPr>
        <p:spPr>
          <a:xfrm>
            <a:off x="12616560" y="7437600"/>
            <a:ext cx="2454480" cy="1285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0" name="Google Shape;221;p 2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560" cy="10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1" name="Google Shape;222;p 2"/>
          <p:cNvSpPr txBox="1"/>
          <p:nvPr/>
        </p:nvSpPr>
        <p:spPr>
          <a:xfrm>
            <a:off x="814320" y="3300840"/>
            <a:ext cx="19956240" cy="4197240"/>
          </a:xfrm>
          <a:prstGeom prst="rect">
            <a:avLst/>
          </a:prstGeom>
        </p:spPr>
        <p:txBody>
          <a:bodyPr wrap="none" lIns="318960" rIns="31896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7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2" name="Google Shape;66;p 4"/>
          <p:cNvCxnSpPr/>
          <p:nvPr/>
        </p:nvCxnSpPr>
        <p:spPr>
          <a:xfrm>
            <a:off x="5944680" y="-31320"/>
            <a:ext cx="144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93" name="Google Shape;67;p 4"/>
          <p:cNvSpPr/>
          <p:nvPr/>
        </p:nvSpPr>
        <p:spPr>
          <a:xfrm>
            <a:off x="31971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Google Shape;68;p 4"/>
          <p:cNvSpPr/>
          <p:nvPr/>
        </p:nvSpPr>
        <p:spPr>
          <a:xfrm>
            <a:off x="628164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69;p 4"/>
          <p:cNvSpPr/>
          <p:nvPr/>
        </p:nvSpPr>
        <p:spPr>
          <a:xfrm>
            <a:off x="936612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Google Shape;70;p 4"/>
          <p:cNvSpPr/>
          <p:nvPr/>
        </p:nvSpPr>
        <p:spPr>
          <a:xfrm>
            <a:off x="12395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Google Shape;71;p 4"/>
          <p:cNvSpPr/>
          <p:nvPr/>
        </p:nvSpPr>
        <p:spPr>
          <a:xfrm>
            <a:off x="1553256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Google Shape;72;p 4"/>
          <p:cNvSpPr/>
          <p:nvPr/>
        </p:nvSpPr>
        <p:spPr>
          <a:xfrm>
            <a:off x="1866888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Google Shape;73;p 4"/>
          <p:cNvSpPr/>
          <p:nvPr/>
        </p:nvSpPr>
        <p:spPr>
          <a:xfrm>
            <a:off x="167400" y="842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74;p 4"/>
          <p:cNvSpPr/>
          <p:nvPr/>
        </p:nvSpPr>
        <p:spPr>
          <a:xfrm>
            <a:off x="3197160" y="13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Google Shape;75;p 4"/>
          <p:cNvSpPr/>
          <p:nvPr/>
        </p:nvSpPr>
        <p:spPr>
          <a:xfrm>
            <a:off x="3197160" y="61261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Google Shape;76;p 4"/>
          <p:cNvSpPr/>
          <p:nvPr/>
        </p:nvSpPr>
        <p:spPr>
          <a:xfrm>
            <a:off x="3197160" y="299052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Google Shape;77;p 4"/>
          <p:cNvSpPr/>
          <p:nvPr/>
        </p:nvSpPr>
        <p:spPr>
          <a:xfrm>
            <a:off x="3212280" y="45500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Google Shape;78;p 4"/>
          <p:cNvSpPr/>
          <p:nvPr/>
        </p:nvSpPr>
        <p:spPr>
          <a:xfrm>
            <a:off x="3197160" y="768564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Google Shape;79;p 4"/>
          <p:cNvSpPr/>
          <p:nvPr/>
        </p:nvSpPr>
        <p:spPr>
          <a:xfrm>
            <a:off x="3197160" y="9264960"/>
            <a:ext cx="2409480" cy="47952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6" name="Google Shape;80;p 4"/>
          <p:cNvCxnSpPr/>
          <p:nvPr/>
        </p:nvCxnSpPr>
        <p:spPr>
          <a:xfrm>
            <a:off x="5607720" y="16257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07" name="Google Shape;81;p 4"/>
          <p:cNvCxnSpPr/>
          <p:nvPr/>
        </p:nvCxnSpPr>
        <p:spPr>
          <a:xfrm>
            <a:off x="5607720" y="32018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08" name="Google Shape;82;p 4"/>
          <p:cNvCxnSpPr/>
          <p:nvPr/>
        </p:nvCxnSpPr>
        <p:spPr>
          <a:xfrm>
            <a:off x="5607720" y="47775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09" name="Google Shape;83;p 4"/>
          <p:cNvCxnSpPr/>
          <p:nvPr/>
        </p:nvCxnSpPr>
        <p:spPr>
          <a:xfrm>
            <a:off x="5607720" y="63536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10" name="Google Shape;84;p 4"/>
          <p:cNvCxnSpPr/>
          <p:nvPr/>
        </p:nvCxnSpPr>
        <p:spPr>
          <a:xfrm>
            <a:off x="5607720" y="792936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11" name="Google Shape;85;p 4"/>
          <p:cNvCxnSpPr/>
          <p:nvPr/>
        </p:nvCxnSpPr>
        <p:spPr>
          <a:xfrm>
            <a:off x="5607720" y="9505440"/>
            <a:ext cx="16043760" cy="144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12" name="Google Shape;91;p 4"/>
          <p:cNvCxnSpPr/>
          <p:nvPr/>
        </p:nvCxnSpPr>
        <p:spPr>
          <a:xfrm>
            <a:off x="2874240" y="-28440"/>
            <a:ext cx="144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13" name="Google Shape;92;p 2"/>
          <p:cNvSpPr/>
          <p:nvPr/>
        </p:nvSpPr>
        <p:spPr>
          <a:xfrm>
            <a:off x="6120000" y="1260000"/>
            <a:ext cx="1188720" cy="846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Rectangle 3"/>
          <p:cNvSpPr/>
          <p:nvPr/>
        </p:nvSpPr>
        <p:spPr>
          <a:xfrm>
            <a:off x="6920640" y="-319320"/>
            <a:ext cx="7758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anchor="ctr">
            <a:spAutoFit/>
          </a:bodyPr>
          <a:p>
            <a:pPr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Google Shape;86;p 24"/>
          <p:cNvSpPr/>
          <p:nvPr/>
        </p:nvSpPr>
        <p:spPr>
          <a:xfrm>
            <a:off x="180000" y="596088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Google Shape;87;p 43"/>
          <p:cNvSpPr/>
          <p:nvPr/>
        </p:nvSpPr>
        <p:spPr>
          <a:xfrm>
            <a:off x="7455240" y="1260000"/>
            <a:ext cx="1184760" cy="846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Google Shape;86;p 40"/>
          <p:cNvSpPr/>
          <p:nvPr/>
        </p:nvSpPr>
        <p:spPr>
          <a:xfrm>
            <a:off x="9545040" y="2700000"/>
            <a:ext cx="240948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Google Shape;86;p 4"/>
          <p:cNvSpPr/>
          <p:nvPr/>
        </p:nvSpPr>
        <p:spPr>
          <a:xfrm>
            <a:off x="9540000" y="1080000"/>
            <a:ext cx="240948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Google Shape;86;p 5"/>
          <p:cNvSpPr/>
          <p:nvPr/>
        </p:nvSpPr>
        <p:spPr>
          <a:xfrm>
            <a:off x="9540000" y="4320000"/>
            <a:ext cx="240948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Google Shape;86;p 6"/>
          <p:cNvSpPr/>
          <p:nvPr/>
        </p:nvSpPr>
        <p:spPr>
          <a:xfrm>
            <a:off x="9540000" y="5760000"/>
            <a:ext cx="240948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86;p 7"/>
          <p:cNvSpPr/>
          <p:nvPr/>
        </p:nvSpPr>
        <p:spPr>
          <a:xfrm>
            <a:off x="9540000" y="7380000"/>
            <a:ext cx="240948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Google Shape;86;p 8"/>
          <p:cNvSpPr/>
          <p:nvPr/>
        </p:nvSpPr>
        <p:spPr>
          <a:xfrm>
            <a:off x="9540000" y="9000000"/>
            <a:ext cx="240948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Google Shape;86;p 9"/>
          <p:cNvSpPr/>
          <p:nvPr/>
        </p:nvSpPr>
        <p:spPr>
          <a:xfrm>
            <a:off x="180000" y="4340880"/>
            <a:ext cx="2409480" cy="879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</TotalTime>
  <Application>LibreOffice/25.2.6.2$Linux_X86_64 LibreOffice_project/40d1a0e1d5bdf1afaeae24d9ece32bbb00fa66a4</Application>
  <AppVersion>15.0000</AppVersion>
  <Words>2951</Words>
  <Paragraphs>426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2025-12-03T11:43:30Z</dcterms:modified>
  <cp:revision>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Personalizados</vt:lpwstr>
  </property>
  <property fmtid="{D5CDD505-2E9C-101B-9397-08002B2CF9AE}" pid="4" name="Slides">
    <vt:i4>23</vt:i4>
  </property>
</Properties>
</file>