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7" r:id="rId21"/>
    <p:sldId id="278" r:id="rId22"/>
    <p:sldId id="279" r:id="rId23"/>
    <p:sldId id="280" r:id="rId24"/>
  </p:sldIdLst>
  <p:sldSz cx="21599525" cy="1079976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427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31AE7B-C076-4331-BEE0-4FA0F2F274D7}" type="datetimeFigureOut">
              <a:rPr lang="pt-PT" smtClean="0"/>
              <a:t>29/11/2025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171450" y="1336675"/>
            <a:ext cx="721677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8C0BC-E290-45A3-9C2C-776007A8297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37195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8C0BC-E290-45A3-9C2C-776007A82972}" type="slidenum">
              <a:rPr lang="pt-PT" smtClean="0"/>
              <a:t>23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8164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944748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11415240" y="2419920"/>
            <a:ext cx="944748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1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F2B2160-2332-4633-9D1D-7580B4A1DC51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FBC4947-59AA-4228-AE83-ECC939950763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6200" y="1166760"/>
            <a:ext cx="6631920" cy="158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6200" y="2917800"/>
            <a:ext cx="6631920" cy="667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sldNum" idx="3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78F95D-60FA-4E66-BB44-A8083B0CA86B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58120" y="945360"/>
            <a:ext cx="15040800" cy="8588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E541938-2F81-4986-9F67-CB81A2BC0D66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36;p9"/>
          <p:cNvSpPr/>
          <p:nvPr/>
        </p:nvSpPr>
        <p:spPr>
          <a:xfrm>
            <a:off x="10800000" y="-360"/>
            <a:ext cx="10798920" cy="10798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27120" y="2589480"/>
            <a:ext cx="9554760" cy="3111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11667960" y="1520280"/>
            <a:ext cx="9063000" cy="7758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sldNum" idx="5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BF33DC-5DAF-4709-A633-43049934F307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body"/>
          </p:nvPr>
        </p:nvSpPr>
        <p:spPr>
          <a:xfrm>
            <a:off x="736200" y="8883000"/>
            <a:ext cx="14169600" cy="1269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400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sldNum" idx="6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6103A99-8BB8-42A5-81FD-CD0856E11DC3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6200" y="1563480"/>
            <a:ext cx="20126520" cy="430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sldNum" idx="7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7FD77A9-A41A-4BDF-A0C6-CA83EED72C24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1079640" y="2526840"/>
            <a:ext cx="19438560" cy="626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36200" y="2322720"/>
            <a:ext cx="20126520" cy="4122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pt-PT" sz="1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36200" y="6618960"/>
            <a:ext cx="20126520" cy="2730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sldNum" idx="8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E26F863-01CE-497F-AC96-F6039CA4F7DF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sldNum" idx="9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3FF8D0A-560E-4BF1-BBE9-99C243393C4D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36200" y="4516200"/>
            <a:ext cx="20126520" cy="1766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sldNum" idx="10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2F9B64-883D-4250-AD13-3F0EE906167D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2012652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sldNum" idx="11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04AA69-5DDA-47D3-B0E4-8E06EA9FBBE4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‹nº›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54;p13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Google Shape;55;p13"/>
          <p:cNvPicPr/>
          <p:nvPr/>
        </p:nvPicPr>
        <p:blipFill>
          <a:blip r:embed="rId3"/>
          <a:stretch/>
        </p:blipFill>
        <p:spPr>
          <a:xfrm>
            <a:off x="859680" y="4015080"/>
            <a:ext cx="19879200" cy="2768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60;p14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Google Shape;61;p14"/>
          <p:cNvSpPr txBox="1"/>
          <p:nvPr/>
        </p:nvSpPr>
        <p:spPr>
          <a:xfrm>
            <a:off x="814320" y="3300840"/>
            <a:ext cx="1997028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1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/>
          <p:cNvSpPr/>
          <p:nvPr/>
        </p:nvSpPr>
        <p:spPr>
          <a:xfrm>
            <a:off x="167400" y="801720"/>
            <a:ext cx="2409840" cy="2639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/>
          <p:cNvSpPr/>
          <p:nvPr/>
        </p:nvSpPr>
        <p:spPr>
          <a:xfrm>
            <a:off x="141120" y="7302529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/>
          <p:cNvSpPr/>
          <p:nvPr/>
        </p:nvSpPr>
        <p:spPr>
          <a:xfrm>
            <a:off x="167400" y="3894840"/>
            <a:ext cx="2436120" cy="294205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oogle Shape;97;p16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8" name="Google Shape;98;p16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Google Shape;99;p16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100;p16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101;p16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Google Shape;102;p16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3;p16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04;p16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5;p16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6;p16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107;p16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08;p16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09;p16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10;p16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Google Shape;111;p16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2" name="Google Shape;112;p16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3" name="Google Shape;113;p16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4" name="Google Shape;114;p16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" name="Google Shape;115;p16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6" name="Google Shape;116;p16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77" name="Google Shape;117;p16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18;p16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19;p16"/>
          <p:cNvSpPr/>
          <p:nvPr/>
        </p:nvSpPr>
        <p:spPr>
          <a:xfrm>
            <a:off x="1239552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20;p16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21;p16"/>
          <p:cNvSpPr/>
          <p:nvPr/>
        </p:nvSpPr>
        <p:spPr>
          <a:xfrm>
            <a:off x="1542600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" name="Google Shape;122;p16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3" name="Google Shape;123;p16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Google Shape;128;p17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5" name="Google Shape;129;p17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30;p17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31;p17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132;p17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133;p17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134;p17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35;p17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36;p17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37;p17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38;p17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9;p17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40;p17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41;p17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" name="Google Shape;142;p17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99" name="Google Shape;143;p17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0" name="Google Shape;144;p17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1" name="Google Shape;145;p17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2" name="Google Shape;146;p17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3" name="Google Shape;147;p17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04" name="Google Shape;148;p17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49;p17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50;p17"/>
          <p:cNvSpPr/>
          <p:nvPr/>
        </p:nvSpPr>
        <p:spPr>
          <a:xfrm>
            <a:off x="1553256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51;p17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52;p17"/>
          <p:cNvSpPr/>
          <p:nvPr/>
        </p:nvSpPr>
        <p:spPr>
          <a:xfrm>
            <a:off x="1542600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9" name="Google Shape;153;p17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0" name="Google Shape;154;p17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1" name="Google Shape;159;p18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2" name="Google Shape;160;p18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61;p18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62;p18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63;p18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64;p18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65;p18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66;p18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67;p18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68;p18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69;p18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70;p18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71;p18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72;p18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5" name="Google Shape;173;p18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6" name="Google Shape;174;p18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7" name="Google Shape;175;p18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8" name="Google Shape;176;p18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9" name="Google Shape;177;p18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0" name="Google Shape;178;p18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31" name="Google Shape;179;p18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180;p18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181;p18"/>
          <p:cNvSpPr/>
          <p:nvPr/>
        </p:nvSpPr>
        <p:spPr>
          <a:xfrm>
            <a:off x="1553256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182;p18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83;p18"/>
          <p:cNvSpPr/>
          <p:nvPr/>
        </p:nvSpPr>
        <p:spPr>
          <a:xfrm>
            <a:off x="1239588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6" name="Google Shape;184;p18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7" name="Google Shape;185;p18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90;p19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9" name="Google Shape;191;p19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92;p19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193;p19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194;p19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195;p19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196;p19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197;p19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98;p19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99;p19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200;p19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201;p19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202;p19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203;p19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2" name="Google Shape;204;p19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3" name="Google Shape;205;p19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4" name="Google Shape;206;p19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5" name="Google Shape;207;p19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6" name="Google Shape;208;p19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7" name="Google Shape;209;p19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58" name="Google Shape;210;p19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211;p19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212;p19"/>
          <p:cNvSpPr/>
          <p:nvPr/>
        </p:nvSpPr>
        <p:spPr>
          <a:xfrm>
            <a:off x="1866888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Google Shape;213;p19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214;p19"/>
          <p:cNvSpPr/>
          <p:nvPr/>
        </p:nvSpPr>
        <p:spPr>
          <a:xfrm>
            <a:off x="1239588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3" name="Google Shape;215;p19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4" name="Google Shape;216;p19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221;p20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Google Shape;222;p20"/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2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7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8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1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2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3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4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5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6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87" name="Google Shape;86;p15"/>
          <p:cNvSpPr/>
          <p:nvPr/>
        </p:nvSpPr>
        <p:spPr>
          <a:xfrm>
            <a:off x="167400" y="801720"/>
            <a:ext cx="2409840" cy="26395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8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89" name="Google Shape;92;p15"/>
          <p:cNvSpPr/>
          <p:nvPr/>
        </p:nvSpPr>
        <p:spPr>
          <a:xfrm>
            <a:off x="167400" y="3894840"/>
            <a:ext cx="2436120" cy="26395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Google Shape;87;p15"/>
          <p:cNvSpPr/>
          <p:nvPr/>
        </p:nvSpPr>
        <p:spPr>
          <a:xfrm>
            <a:off x="29520" y="1385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87;p15"/>
          <p:cNvSpPr/>
          <p:nvPr/>
        </p:nvSpPr>
        <p:spPr>
          <a:xfrm>
            <a:off x="984600" y="148068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2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3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6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7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8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9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0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1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12" name="Google Shape;86;p15"/>
          <p:cNvSpPr/>
          <p:nvPr/>
        </p:nvSpPr>
        <p:spPr>
          <a:xfrm>
            <a:off x="6235200" y="1330920"/>
            <a:ext cx="2409840" cy="4075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3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14" name="Google Shape;92;p15"/>
          <p:cNvSpPr/>
          <p:nvPr/>
        </p:nvSpPr>
        <p:spPr>
          <a:xfrm>
            <a:off x="6240960" y="6022080"/>
            <a:ext cx="2436120" cy="4176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87;p15"/>
          <p:cNvSpPr/>
          <p:nvPr/>
        </p:nvSpPr>
        <p:spPr>
          <a:xfrm>
            <a:off x="12691080" y="719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87;p15"/>
          <p:cNvSpPr/>
          <p:nvPr/>
        </p:nvSpPr>
        <p:spPr>
          <a:xfrm>
            <a:off x="9609840" y="680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Google Shape;87;p15"/>
          <p:cNvSpPr/>
          <p:nvPr/>
        </p:nvSpPr>
        <p:spPr>
          <a:xfrm>
            <a:off x="12691080" y="21222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87;p15"/>
          <p:cNvSpPr/>
          <p:nvPr/>
        </p:nvSpPr>
        <p:spPr>
          <a:xfrm>
            <a:off x="12691080" y="3372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Google Shape;87;p15"/>
          <p:cNvSpPr/>
          <p:nvPr/>
        </p:nvSpPr>
        <p:spPr>
          <a:xfrm>
            <a:off x="12691080" y="5006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87;p15"/>
          <p:cNvSpPr/>
          <p:nvPr/>
        </p:nvSpPr>
        <p:spPr>
          <a:xfrm>
            <a:off x="12663360" y="66319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87;p15"/>
          <p:cNvSpPr/>
          <p:nvPr/>
        </p:nvSpPr>
        <p:spPr>
          <a:xfrm>
            <a:off x="12663360" y="82764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87;p15"/>
          <p:cNvSpPr/>
          <p:nvPr/>
        </p:nvSpPr>
        <p:spPr>
          <a:xfrm>
            <a:off x="9609840" y="2283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7;p15"/>
          <p:cNvSpPr/>
          <p:nvPr/>
        </p:nvSpPr>
        <p:spPr>
          <a:xfrm>
            <a:off x="9609840" y="3782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87;p15"/>
          <p:cNvSpPr/>
          <p:nvPr/>
        </p:nvSpPr>
        <p:spPr>
          <a:xfrm>
            <a:off x="9621000" y="5207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87;p15"/>
          <p:cNvSpPr/>
          <p:nvPr/>
        </p:nvSpPr>
        <p:spPr>
          <a:xfrm>
            <a:off x="9609840" y="67255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87;p15"/>
          <p:cNvSpPr/>
          <p:nvPr/>
        </p:nvSpPr>
        <p:spPr>
          <a:xfrm>
            <a:off x="9582120" y="83016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7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28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1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2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3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4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5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6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47" name="Google Shape;86;p15"/>
          <p:cNvSpPr/>
          <p:nvPr/>
        </p:nvSpPr>
        <p:spPr>
          <a:xfrm>
            <a:off x="6235200" y="1330920"/>
            <a:ext cx="2409840" cy="4075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8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49" name="Google Shape;92;p15"/>
          <p:cNvSpPr/>
          <p:nvPr/>
        </p:nvSpPr>
        <p:spPr>
          <a:xfrm>
            <a:off x="6240960" y="6022080"/>
            <a:ext cx="2436120" cy="4176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Google Shape;87;p15"/>
          <p:cNvSpPr/>
          <p:nvPr/>
        </p:nvSpPr>
        <p:spPr>
          <a:xfrm>
            <a:off x="19018800" y="680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Google Shape;87;p15"/>
          <p:cNvSpPr/>
          <p:nvPr/>
        </p:nvSpPr>
        <p:spPr>
          <a:xfrm>
            <a:off x="12657600" y="737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87;p15"/>
          <p:cNvSpPr/>
          <p:nvPr/>
        </p:nvSpPr>
        <p:spPr>
          <a:xfrm>
            <a:off x="19018800" y="20826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Google Shape;87;p15"/>
          <p:cNvSpPr/>
          <p:nvPr/>
        </p:nvSpPr>
        <p:spPr>
          <a:xfrm>
            <a:off x="19018800" y="3332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Google Shape;87;p15"/>
          <p:cNvSpPr/>
          <p:nvPr/>
        </p:nvSpPr>
        <p:spPr>
          <a:xfrm>
            <a:off x="19018800" y="49665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Google Shape;87;p15"/>
          <p:cNvSpPr/>
          <p:nvPr/>
        </p:nvSpPr>
        <p:spPr>
          <a:xfrm>
            <a:off x="18991080" y="65923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87;p15"/>
          <p:cNvSpPr/>
          <p:nvPr/>
        </p:nvSpPr>
        <p:spPr>
          <a:xfrm>
            <a:off x="18991080" y="82364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87;p15"/>
          <p:cNvSpPr/>
          <p:nvPr/>
        </p:nvSpPr>
        <p:spPr>
          <a:xfrm>
            <a:off x="12657600" y="23407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87;p15"/>
          <p:cNvSpPr/>
          <p:nvPr/>
        </p:nvSpPr>
        <p:spPr>
          <a:xfrm>
            <a:off x="12657600" y="38397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87;p15"/>
          <p:cNvSpPr/>
          <p:nvPr/>
        </p:nvSpPr>
        <p:spPr>
          <a:xfrm>
            <a:off x="12668400" y="5264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87;p15"/>
          <p:cNvSpPr/>
          <p:nvPr/>
        </p:nvSpPr>
        <p:spPr>
          <a:xfrm>
            <a:off x="12657600" y="6783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7;p15"/>
          <p:cNvSpPr/>
          <p:nvPr/>
        </p:nvSpPr>
        <p:spPr>
          <a:xfrm>
            <a:off x="12629880" y="83588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/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3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4" name="Google Shape;66;p 1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65" name="Google Shape;67;p 1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Google Shape;68;p 1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Google Shape;69;p 1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Google Shape;70;p 1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Google Shape;71;p 1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Google Shape;72;p 1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Google Shape;73;p 1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74;p 1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75;p 1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76;p 1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77;p 1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78;p 1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79;p 1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8" name="Google Shape;80;p 1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79" name="Google Shape;81;p 1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0" name="Google Shape;82;p 1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1" name="Google Shape;83;p 1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2" name="Google Shape;84;p 1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3" name="Google Shape;85;p 1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84" name="Google Shape;86;p 1"/>
          <p:cNvSpPr/>
          <p:nvPr/>
        </p:nvSpPr>
        <p:spPr>
          <a:xfrm>
            <a:off x="6235200" y="970920"/>
            <a:ext cx="2409840" cy="89283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5" name="Google Shape;91;p 1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86" name="Google Shape;87;p 1"/>
          <p:cNvSpPr/>
          <p:nvPr/>
        </p:nvSpPr>
        <p:spPr>
          <a:xfrm>
            <a:off x="18838800" y="12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Google Shape;87;p 12"/>
          <p:cNvSpPr/>
          <p:nvPr/>
        </p:nvSpPr>
        <p:spPr>
          <a:xfrm>
            <a:off x="12600000" y="907596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Google Shape;87;p 3"/>
          <p:cNvSpPr/>
          <p:nvPr/>
        </p:nvSpPr>
        <p:spPr>
          <a:xfrm>
            <a:off x="18900000" y="28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Google Shape;87;p 4"/>
          <p:cNvSpPr/>
          <p:nvPr/>
        </p:nvSpPr>
        <p:spPr>
          <a:xfrm>
            <a:off x="18838800" y="428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Google Shape;87;p 6"/>
          <p:cNvSpPr/>
          <p:nvPr/>
        </p:nvSpPr>
        <p:spPr>
          <a:xfrm>
            <a:off x="18838800" y="594000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Google Shape;87;p 7"/>
          <p:cNvSpPr/>
          <p:nvPr/>
        </p:nvSpPr>
        <p:spPr>
          <a:xfrm>
            <a:off x="18838800" y="75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Google Shape;87;p 14"/>
          <p:cNvSpPr/>
          <p:nvPr/>
        </p:nvSpPr>
        <p:spPr>
          <a:xfrm>
            <a:off x="18838800" y="91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Google Shape;87;p 15"/>
          <p:cNvSpPr/>
          <p:nvPr/>
        </p:nvSpPr>
        <p:spPr>
          <a:xfrm>
            <a:off x="12600360" y="720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87;p 11"/>
          <p:cNvSpPr/>
          <p:nvPr/>
        </p:nvSpPr>
        <p:spPr>
          <a:xfrm>
            <a:off x="12657600" y="547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Google Shape;87;p 2"/>
          <p:cNvSpPr/>
          <p:nvPr/>
        </p:nvSpPr>
        <p:spPr>
          <a:xfrm>
            <a:off x="12704400" y="378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87;p 8"/>
          <p:cNvSpPr/>
          <p:nvPr/>
        </p:nvSpPr>
        <p:spPr>
          <a:xfrm>
            <a:off x="12704400" y="223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Google Shape;87;p 9"/>
          <p:cNvSpPr/>
          <p:nvPr/>
        </p:nvSpPr>
        <p:spPr>
          <a:xfrm>
            <a:off x="12600000" y="61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66;p 2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99" name="Google Shape;67;p 2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68;p 2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69;p 2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Google Shape;70;p 2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71;p 2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72;p 2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Google Shape;73;p 2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74;p 2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Google Shape;75;p 2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Google Shape;76;p 2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77;p 2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Google Shape;78;p 2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Google Shape;79;p 2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2" name="Google Shape;80;p 2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3" name="Google Shape;81;p 2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4" name="Google Shape;82;p 2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5" name="Google Shape;83;p 2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6" name="Google Shape;84;p 2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7" name="Google Shape;85;p 2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18" name="Google Shape;86;p 2"/>
          <p:cNvSpPr/>
          <p:nvPr/>
        </p:nvSpPr>
        <p:spPr>
          <a:xfrm>
            <a:off x="6235200" y="970920"/>
            <a:ext cx="2409840" cy="946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9" name="Google Shape;91;p 2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20" name="Google Shape;87;p 5"/>
          <p:cNvSpPr/>
          <p:nvPr/>
        </p:nvSpPr>
        <p:spPr>
          <a:xfrm>
            <a:off x="18838800" y="12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Google Shape;87;p 10"/>
          <p:cNvSpPr/>
          <p:nvPr/>
        </p:nvSpPr>
        <p:spPr>
          <a:xfrm>
            <a:off x="12539160" y="8869680"/>
            <a:ext cx="2159640" cy="1183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87;p 13"/>
          <p:cNvSpPr/>
          <p:nvPr/>
        </p:nvSpPr>
        <p:spPr>
          <a:xfrm>
            <a:off x="18900000" y="28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Google Shape;87;p 16"/>
          <p:cNvSpPr/>
          <p:nvPr/>
        </p:nvSpPr>
        <p:spPr>
          <a:xfrm>
            <a:off x="18838800" y="428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Google Shape;87;p 17"/>
          <p:cNvSpPr/>
          <p:nvPr/>
        </p:nvSpPr>
        <p:spPr>
          <a:xfrm>
            <a:off x="18838800" y="594000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Google Shape;87;p 18"/>
          <p:cNvSpPr/>
          <p:nvPr/>
        </p:nvSpPr>
        <p:spPr>
          <a:xfrm>
            <a:off x="18838800" y="75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Google Shape;87;p 19"/>
          <p:cNvSpPr/>
          <p:nvPr/>
        </p:nvSpPr>
        <p:spPr>
          <a:xfrm>
            <a:off x="18838800" y="91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Google Shape;87;p 20"/>
          <p:cNvSpPr/>
          <p:nvPr/>
        </p:nvSpPr>
        <p:spPr>
          <a:xfrm>
            <a:off x="12600360" y="7560000"/>
            <a:ext cx="1874880" cy="72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7;p 22"/>
          <p:cNvSpPr/>
          <p:nvPr/>
        </p:nvSpPr>
        <p:spPr>
          <a:xfrm>
            <a:off x="12704400" y="3960000"/>
            <a:ext cx="1874880" cy="143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87;p 23"/>
          <p:cNvSpPr/>
          <p:nvPr/>
        </p:nvSpPr>
        <p:spPr>
          <a:xfrm>
            <a:off x="12704400" y="263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87;p 24"/>
          <p:cNvSpPr/>
          <p:nvPr/>
        </p:nvSpPr>
        <p:spPr>
          <a:xfrm>
            <a:off x="12704760" y="979200"/>
            <a:ext cx="1874880" cy="136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87;p 25"/>
          <p:cNvSpPr/>
          <p:nvPr/>
        </p:nvSpPr>
        <p:spPr>
          <a:xfrm>
            <a:off x="15840000" y="9000000"/>
            <a:ext cx="187488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Google Shape;87;p 26"/>
          <p:cNvSpPr/>
          <p:nvPr/>
        </p:nvSpPr>
        <p:spPr>
          <a:xfrm>
            <a:off x="15840000" y="7380000"/>
            <a:ext cx="1874880" cy="118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87;p 27"/>
          <p:cNvSpPr/>
          <p:nvPr/>
        </p:nvSpPr>
        <p:spPr>
          <a:xfrm>
            <a:off x="15764760" y="540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87;p 28"/>
          <p:cNvSpPr/>
          <p:nvPr/>
        </p:nvSpPr>
        <p:spPr>
          <a:xfrm>
            <a:off x="15764760" y="4140000"/>
            <a:ext cx="1874880" cy="100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Google Shape;87;p 29"/>
          <p:cNvSpPr/>
          <p:nvPr/>
        </p:nvSpPr>
        <p:spPr>
          <a:xfrm>
            <a:off x="15764760" y="2520000"/>
            <a:ext cx="187488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oogle Shape;87;p 30"/>
          <p:cNvSpPr/>
          <p:nvPr/>
        </p:nvSpPr>
        <p:spPr>
          <a:xfrm>
            <a:off x="15764760" y="1159200"/>
            <a:ext cx="1874880" cy="100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Google Shape;87;p 21"/>
          <p:cNvSpPr/>
          <p:nvPr/>
        </p:nvSpPr>
        <p:spPr>
          <a:xfrm>
            <a:off x="9540000" y="108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87;p 31"/>
          <p:cNvSpPr/>
          <p:nvPr/>
        </p:nvSpPr>
        <p:spPr>
          <a:xfrm>
            <a:off x="9540000" y="270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87;p 32"/>
          <p:cNvSpPr/>
          <p:nvPr/>
        </p:nvSpPr>
        <p:spPr>
          <a:xfrm>
            <a:off x="9540000" y="432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Google Shape;87;p 33"/>
          <p:cNvSpPr/>
          <p:nvPr/>
        </p:nvSpPr>
        <p:spPr>
          <a:xfrm>
            <a:off x="9644760" y="587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Google Shape;87;p 34"/>
          <p:cNvSpPr/>
          <p:nvPr/>
        </p:nvSpPr>
        <p:spPr>
          <a:xfrm>
            <a:off x="9720000" y="738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7;p 35"/>
          <p:cNvSpPr/>
          <p:nvPr/>
        </p:nvSpPr>
        <p:spPr>
          <a:xfrm>
            <a:off x="9824760" y="911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3" name="Google Shape;66;p 3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4" name="Google Shape;67;p 3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68;p 3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Google Shape;69;p 3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Google Shape;70;p 3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Google Shape;71;p 3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Google Shape;72;p 3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Google Shape;73;p 3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74;p 3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75;p 3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Google Shape;76;p 3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Google Shape;77;p 3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Google Shape;78;p 3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Google Shape;79;p 3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7" name="Google Shape;80;p 3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58" name="Google Shape;81;p 3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59" name="Google Shape;82;p 3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0" name="Google Shape;83;p 3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1" name="Google Shape;84;p 3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2" name="Google Shape;85;p 3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63" name="Google Shape;86;p 3"/>
          <p:cNvSpPr/>
          <p:nvPr/>
        </p:nvSpPr>
        <p:spPr>
          <a:xfrm>
            <a:off x="6235200" y="970920"/>
            <a:ext cx="2409840" cy="946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4" name="Google Shape;91;p 3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65" name="Google Shape;87;p 36"/>
          <p:cNvSpPr/>
          <p:nvPr/>
        </p:nvSpPr>
        <p:spPr>
          <a:xfrm rot="33000">
            <a:off x="18353520" y="8524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Google Shape;87;p 38"/>
          <p:cNvSpPr/>
          <p:nvPr/>
        </p:nvSpPr>
        <p:spPr>
          <a:xfrm rot="33000">
            <a:off x="18353520" y="883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Google Shape;87;p 39"/>
          <p:cNvSpPr/>
          <p:nvPr/>
        </p:nvSpPr>
        <p:spPr>
          <a:xfrm rot="33000">
            <a:off x="18353160" y="721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Google Shape;87;p 40"/>
          <p:cNvSpPr/>
          <p:nvPr/>
        </p:nvSpPr>
        <p:spPr>
          <a:xfrm rot="33000">
            <a:off x="18353160" y="559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Google Shape;87;p 41"/>
          <p:cNvSpPr/>
          <p:nvPr/>
        </p:nvSpPr>
        <p:spPr>
          <a:xfrm rot="33000">
            <a:off x="18353160" y="40924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87;p 42"/>
          <p:cNvSpPr/>
          <p:nvPr/>
        </p:nvSpPr>
        <p:spPr>
          <a:xfrm rot="33000">
            <a:off x="18353160" y="253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7E307-9CC2-75C5-3F0F-591A20B9D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>
            <a:extLst>
              <a:ext uri="{FF2B5EF4-FFF2-40B4-BE49-F238E27FC236}">
                <a16:creationId xmlns:a16="http://schemas.microsoft.com/office/drawing/2014/main" id="{F6C67EEF-E860-FD58-3858-01C3AD864E51}"/>
              </a:ext>
            </a:extLst>
          </p:cNvPr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>
            <a:extLst>
              <a:ext uri="{FF2B5EF4-FFF2-40B4-BE49-F238E27FC236}">
                <a16:creationId xmlns:a16="http://schemas.microsoft.com/office/drawing/2014/main" id="{72871F36-7E50-2CFB-E736-47BF9D8AE62C}"/>
              </a:ext>
            </a:extLst>
          </p:cNvPr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4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4309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B70BD-8561-3BEB-DCAC-F801DE91B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DD2B7B96-7DFD-F180-FE88-ED9D1B7F9E38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F74A1555-4AAD-0102-E19D-029FAE24316B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FD58CFA7-782A-6595-7FB4-49EB03F01BDA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0DD516D9-53D9-3936-7917-B7209EC5063B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D691ED96-A7F3-B425-4C6C-9276400ABAB7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0180043A-5561-40A6-E53A-8A3772A1D401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6D1E6220-5DE2-CC1A-302F-E97264BFF812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A5C12714-840B-0AE2-8B43-0B6169D15EC1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7E523F7A-C713-5144-95A7-913586955462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74FA0D7B-C596-CF39-1FE6-8090D028B96E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8A331D4C-123A-A25C-541F-347498D596DD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145696A6-1A46-30E6-287C-5CC41E0BA21C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8F2509B9-D712-DA9F-3C29-C26E0A3B7021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2A69348F-7A11-9AF7-FCA2-1C84794985CB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1B596C93-4924-1E07-D306-1EFED4C3F335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758EBD73-5904-BE17-CE5C-11157A860D5B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2EF90EAD-E09A-09F1-6CFD-0C5F93750774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B89CA18B-6E15-2C17-FC23-A1802B5F1F1C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1CF544BA-85EB-74E8-DAE4-0002F93A433B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7B33B2C4-E50D-1FFB-E8CD-DA36684CA477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2AE5409F-69B6-4649-AFEA-7D1E5BC49935}"/>
              </a:ext>
            </a:extLst>
          </p:cNvPr>
          <p:cNvSpPr/>
          <p:nvPr/>
        </p:nvSpPr>
        <p:spPr>
          <a:xfrm>
            <a:off x="6395940" y="1257039"/>
            <a:ext cx="2436120" cy="38383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>
            <a:extLst>
              <a:ext uri="{FF2B5EF4-FFF2-40B4-BE49-F238E27FC236}">
                <a16:creationId xmlns:a16="http://schemas.microsoft.com/office/drawing/2014/main" id="{D2FD64A2-5902-1DED-1A12-E39816F23D40}"/>
              </a:ext>
            </a:extLst>
          </p:cNvPr>
          <p:cNvSpPr/>
          <p:nvPr/>
        </p:nvSpPr>
        <p:spPr>
          <a:xfrm>
            <a:off x="167400" y="6967080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4C65BD37-81C0-47D3-6A67-93FD39D0437D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FC97DB13-084A-552E-C143-4170FAFA9694}"/>
              </a:ext>
            </a:extLst>
          </p:cNvPr>
          <p:cNvSpPr/>
          <p:nvPr/>
        </p:nvSpPr>
        <p:spPr>
          <a:xfrm>
            <a:off x="6422220" y="6126258"/>
            <a:ext cx="2436120" cy="36164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86;p15">
            <a:extLst>
              <a:ext uri="{FF2B5EF4-FFF2-40B4-BE49-F238E27FC236}">
                <a16:creationId xmlns:a16="http://schemas.microsoft.com/office/drawing/2014/main" id="{001E0059-259A-66DA-E799-8AABAC94B755}"/>
              </a:ext>
            </a:extLst>
          </p:cNvPr>
          <p:cNvSpPr/>
          <p:nvPr/>
        </p:nvSpPr>
        <p:spPr>
          <a:xfrm>
            <a:off x="9366120" y="1257039"/>
            <a:ext cx="243612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82E5EF7-10FB-68EE-E3C3-B26DEE03B4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7314B7CC-911E-533D-9F2B-5F948B8BC3A6}"/>
              </a:ext>
            </a:extLst>
          </p:cNvPr>
          <p:cNvSpPr/>
          <p:nvPr/>
        </p:nvSpPr>
        <p:spPr>
          <a:xfrm>
            <a:off x="9366120" y="2623098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16362786-391D-98EE-076F-370F4C765738}"/>
              </a:ext>
            </a:extLst>
          </p:cNvPr>
          <p:cNvSpPr/>
          <p:nvPr/>
        </p:nvSpPr>
        <p:spPr>
          <a:xfrm>
            <a:off x="9366120" y="4167817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Draft possible methods needed for implementing efficieny upgrades.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AA2BD56C-A5ED-E2F2-808E-789BE7DEEC04}"/>
              </a:ext>
            </a:extLst>
          </p:cNvPr>
          <p:cNvSpPr/>
          <p:nvPr/>
        </p:nvSpPr>
        <p:spPr>
          <a:xfrm>
            <a:off x="9366120" y="6126258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</a:p>
        </p:txBody>
      </p:sp>
      <p:sp>
        <p:nvSpPr>
          <p:cNvPr id="11" name="Google Shape;86;p15">
            <a:extLst>
              <a:ext uri="{FF2B5EF4-FFF2-40B4-BE49-F238E27FC236}">
                <a16:creationId xmlns:a16="http://schemas.microsoft.com/office/drawing/2014/main" id="{06F18741-AE20-2087-87D3-2EA540D1A810}"/>
              </a:ext>
            </a:extLst>
          </p:cNvPr>
          <p:cNvSpPr/>
          <p:nvPr/>
        </p:nvSpPr>
        <p:spPr>
          <a:xfrm>
            <a:off x="9366120" y="7581377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</a:p>
        </p:txBody>
      </p:sp>
      <p:sp>
        <p:nvSpPr>
          <p:cNvPr id="12" name="Google Shape;86;p15">
            <a:extLst>
              <a:ext uri="{FF2B5EF4-FFF2-40B4-BE49-F238E27FC236}">
                <a16:creationId xmlns:a16="http://schemas.microsoft.com/office/drawing/2014/main" id="{1759E3BF-6FBC-BD3B-F69D-59DF7D43E2E1}"/>
              </a:ext>
            </a:extLst>
          </p:cNvPr>
          <p:cNvSpPr/>
          <p:nvPr/>
        </p:nvSpPr>
        <p:spPr>
          <a:xfrm>
            <a:off x="9366120" y="9036496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Define the structure and behavior of the new warning messages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EABC4697-C325-E97D-571B-A96A86A7BB5F}"/>
              </a:ext>
            </a:extLst>
          </p:cNvPr>
          <p:cNvSpPr/>
          <p:nvPr/>
        </p:nvSpPr>
        <p:spPr>
          <a:xfrm>
            <a:off x="167400" y="1639472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06688CFE-324B-3DE4-AFB0-E9378C7A3251}"/>
              </a:ext>
            </a:extLst>
          </p:cNvPr>
          <p:cNvSpPr/>
          <p:nvPr/>
        </p:nvSpPr>
        <p:spPr>
          <a:xfrm>
            <a:off x="184230" y="3568487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90489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48753-3335-7AA2-DB90-44175FDD2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>
            <a:extLst>
              <a:ext uri="{FF2B5EF4-FFF2-40B4-BE49-F238E27FC236}">
                <a16:creationId xmlns:a16="http://schemas.microsoft.com/office/drawing/2014/main" id="{8EDC1AE0-AE8E-1616-F5F5-4E0CC0FE4336}"/>
              </a:ext>
            </a:extLst>
          </p:cNvPr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>
            <a:extLst>
              <a:ext uri="{FF2B5EF4-FFF2-40B4-BE49-F238E27FC236}">
                <a16:creationId xmlns:a16="http://schemas.microsoft.com/office/drawing/2014/main" id="{F7935A5D-1C19-42D9-26AB-7BA5B6C294F5}"/>
              </a:ext>
            </a:extLst>
          </p:cNvPr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5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731812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25E1D-0F39-FC84-CFDB-59D2BB480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1405F904-D272-3D0D-C3D6-B81211C64FC5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02E25745-4A12-83BC-AEB3-EE9DACA73CFC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BB959EDB-55F4-122C-CF40-9242A1EB9DA7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EB466956-EDC6-B5A1-81AA-D1FDDAFE2AD8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788C8308-D97D-C2E7-E31B-3D25FF4EE03A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F567216C-5902-0B6F-6A8B-0A6484E45AC4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266D7AAF-47EB-D7B2-AA58-A9332BF61FC4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2C349E09-11F8-CFD5-F1A7-DEE5D93E3421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F7EA629E-5B92-0BDA-580A-046052AFE19F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189AD8C6-5219-1277-6519-454D28A9F8A8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F21D13C1-C911-2803-9218-C4BD2C8A40CC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96987708-2E21-FC55-65E1-FD8D7E8913AD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F63F3BD7-F8D8-D1F6-2E78-0F2399A3FE37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FDB0FDCF-0A83-AE04-8330-2685F056264E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58B4FB8E-0513-7FCC-5818-4ACA4F1FB07A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BE1997E1-ECA4-D2C0-FAEB-FA38C34F7A23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7A21B3DF-D368-F8F4-54B2-AB62363245E4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E965EEBC-F981-E6C0-FED0-FF8E45B34575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0AE3E5AB-E8C8-AEB9-9029-D2464EE8C7E6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F3574425-C31A-49DB-BBDE-29AB730FC3DA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5186A7A5-D8CC-3177-0C78-8C1212198E12}"/>
              </a:ext>
            </a:extLst>
          </p:cNvPr>
          <p:cNvSpPr/>
          <p:nvPr/>
        </p:nvSpPr>
        <p:spPr>
          <a:xfrm>
            <a:off x="6395940" y="1257039"/>
            <a:ext cx="2436120" cy="38383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>
            <a:extLst>
              <a:ext uri="{FF2B5EF4-FFF2-40B4-BE49-F238E27FC236}">
                <a16:creationId xmlns:a16="http://schemas.microsoft.com/office/drawing/2014/main" id="{78CA7CFE-8EC6-2CEB-3EE5-796A80148434}"/>
              </a:ext>
            </a:extLst>
          </p:cNvPr>
          <p:cNvSpPr/>
          <p:nvPr/>
        </p:nvSpPr>
        <p:spPr>
          <a:xfrm>
            <a:off x="167400" y="6967080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2E4BB31E-D82D-A43C-8085-5D5F31CDDACA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5854754A-459E-A486-F139-F6AAAE25A63E}"/>
              </a:ext>
            </a:extLst>
          </p:cNvPr>
          <p:cNvSpPr/>
          <p:nvPr/>
        </p:nvSpPr>
        <p:spPr>
          <a:xfrm>
            <a:off x="6422220" y="6126258"/>
            <a:ext cx="2436120" cy="36164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0E5F585-36B8-0657-EEA0-006F0097B7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D510DE83-557A-B506-EC86-1E9E81DEC579}"/>
              </a:ext>
            </a:extLst>
          </p:cNvPr>
          <p:cNvSpPr/>
          <p:nvPr/>
        </p:nvSpPr>
        <p:spPr>
          <a:xfrm>
            <a:off x="167400" y="1639472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2FB45170-2801-6585-0EFF-A0139827B920}"/>
              </a:ext>
            </a:extLst>
          </p:cNvPr>
          <p:cNvSpPr/>
          <p:nvPr/>
        </p:nvSpPr>
        <p:spPr>
          <a:xfrm>
            <a:off x="184230" y="3568487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F7F28E16-9A1E-94F2-29EA-53CF9AB0AFCD}"/>
              </a:ext>
            </a:extLst>
          </p:cNvPr>
          <p:cNvSpPr/>
          <p:nvPr/>
        </p:nvSpPr>
        <p:spPr>
          <a:xfrm>
            <a:off x="9143585" y="2887285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7" name="Google Shape;86;p15">
            <a:extLst>
              <a:ext uri="{FF2B5EF4-FFF2-40B4-BE49-F238E27FC236}">
                <a16:creationId xmlns:a16="http://schemas.microsoft.com/office/drawing/2014/main" id="{40070787-BC25-C6A0-2F20-2376404408B8}"/>
              </a:ext>
            </a:extLst>
          </p:cNvPr>
          <p:cNvSpPr/>
          <p:nvPr/>
        </p:nvSpPr>
        <p:spPr>
          <a:xfrm>
            <a:off x="9113649" y="4411731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7D33A8DD-4DF6-77DD-2FBA-52562D4FA2D9}"/>
              </a:ext>
            </a:extLst>
          </p:cNvPr>
          <p:cNvSpPr/>
          <p:nvPr/>
        </p:nvSpPr>
        <p:spPr>
          <a:xfrm>
            <a:off x="9161619" y="5827002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A2358A7B-FA08-6F14-6AF7-21E86BF9D618}"/>
              </a:ext>
            </a:extLst>
          </p:cNvPr>
          <p:cNvSpPr/>
          <p:nvPr/>
        </p:nvSpPr>
        <p:spPr>
          <a:xfrm>
            <a:off x="9113649" y="7150584"/>
            <a:ext cx="2854909" cy="125554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16" name="Google Shape;86;p15">
            <a:extLst>
              <a:ext uri="{FF2B5EF4-FFF2-40B4-BE49-F238E27FC236}">
                <a16:creationId xmlns:a16="http://schemas.microsoft.com/office/drawing/2014/main" id="{8A7C0A77-30DC-47E9-E65D-9E2AEFD279D6}"/>
              </a:ext>
            </a:extLst>
          </p:cNvPr>
          <p:cNvSpPr/>
          <p:nvPr/>
        </p:nvSpPr>
        <p:spPr>
          <a:xfrm>
            <a:off x="12335548" y="867558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and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code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possible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86;p15">
            <a:extLst>
              <a:ext uri="{FF2B5EF4-FFF2-40B4-BE49-F238E27FC236}">
                <a16:creationId xmlns:a16="http://schemas.microsoft.com/office/drawing/2014/main" id="{3E83658F-E1A0-87BF-E84B-2918B2586F84}"/>
              </a:ext>
            </a:extLst>
          </p:cNvPr>
          <p:cNvSpPr/>
          <p:nvPr/>
        </p:nvSpPr>
        <p:spPr>
          <a:xfrm>
            <a:off x="12233885" y="2587638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and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code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possible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86;p15">
            <a:extLst>
              <a:ext uri="{FF2B5EF4-FFF2-40B4-BE49-F238E27FC236}">
                <a16:creationId xmlns:a16="http://schemas.microsoft.com/office/drawing/2014/main" id="{C793AF34-6610-7F3C-02E8-FBF6091CCA16}"/>
              </a:ext>
            </a:extLst>
          </p:cNvPr>
          <p:cNvSpPr/>
          <p:nvPr/>
        </p:nvSpPr>
        <p:spPr>
          <a:xfrm>
            <a:off x="12319279" y="4411731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and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code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possible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CD7897B4-D1C6-7FAE-00ED-9578FB71E289}"/>
              </a:ext>
            </a:extLst>
          </p:cNvPr>
          <p:cNvSpPr/>
          <p:nvPr/>
        </p:nvSpPr>
        <p:spPr>
          <a:xfrm>
            <a:off x="12380772" y="6052074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code,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1" name="Google Shape;86;p15">
            <a:extLst>
              <a:ext uri="{FF2B5EF4-FFF2-40B4-BE49-F238E27FC236}">
                <a16:creationId xmlns:a16="http://schemas.microsoft.com/office/drawing/2014/main" id="{7A53EF8D-8B77-49CE-FDCB-A80F62E1ADC9}"/>
              </a:ext>
            </a:extLst>
          </p:cNvPr>
          <p:cNvSpPr/>
          <p:nvPr/>
        </p:nvSpPr>
        <p:spPr>
          <a:xfrm>
            <a:off x="12330568" y="7604602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code,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2" name="Google Shape;86;p15">
            <a:extLst>
              <a:ext uri="{FF2B5EF4-FFF2-40B4-BE49-F238E27FC236}">
                <a16:creationId xmlns:a16="http://schemas.microsoft.com/office/drawing/2014/main" id="{947B9C5C-7FD1-13A4-639C-D6C59411F596}"/>
              </a:ext>
            </a:extLst>
          </p:cNvPr>
          <p:cNvSpPr/>
          <p:nvPr/>
        </p:nvSpPr>
        <p:spPr>
          <a:xfrm>
            <a:off x="12181539" y="8951376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code,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60347988-F1A8-C0E5-1A22-C576B4B4F8D4}"/>
              </a:ext>
            </a:extLst>
          </p:cNvPr>
          <p:cNvSpPr/>
          <p:nvPr/>
        </p:nvSpPr>
        <p:spPr>
          <a:xfrm>
            <a:off x="9263977" y="1309268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Analyze and implement cod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e regarding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1C5FB7DA-AE84-8318-D698-AAB36AF2E742}"/>
              </a:ext>
            </a:extLst>
          </p:cNvPr>
          <p:cNvSpPr/>
          <p:nvPr/>
        </p:nvSpPr>
        <p:spPr>
          <a:xfrm>
            <a:off x="9432655" y="9058919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Analyze and implement cod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e regarding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302472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CA423-9006-A5B2-1A1F-6D5E5155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67FCDC4B-B935-1699-322B-2B7A2B14D7FF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43DBEC5D-AEE9-38EA-234D-B763726F90CC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5B4DB36F-E1F1-13FE-936F-D7BBC34B30C4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C3C8EF45-470E-6A63-642F-CB21EF1C94C1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B9E70FBE-096E-1FE9-9E8A-23005465A821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47C643F6-423E-4130-308B-E6D2762AF94A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5C024F7A-EBDC-5CA0-262F-E9844E726599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EF6CFDD6-9421-271D-3BE0-1BE717E4DE11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13A6D50A-68B0-B2F8-DB4C-7BFB76A3DD30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31362043-3E52-9AF1-DAA3-E0FF4CCC4013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579C0783-6556-2C2B-3BDE-0161E602D5ED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D35125C4-5121-B1AA-89DC-8861127080CB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B8598CCA-8D94-E7B3-FA04-436027E6F570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5B226577-1C08-ACD5-33CE-568900CE0007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8B5C247B-A935-0657-7761-0CC04E7C851F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FE25B082-7B28-9781-ECEC-310FB0EC6BE5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20B26727-3768-892B-75C6-BF1F43AA8F04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5EC4D0DF-2787-5F53-E0A0-CFECA880D6CE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C5D8837E-5B2A-4562-C795-9417886C8B64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F64A5452-4E48-3707-E06A-E3824BA791DE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8E519B50-64A5-2B45-1F13-3F7B3EA348CA}"/>
              </a:ext>
            </a:extLst>
          </p:cNvPr>
          <p:cNvSpPr/>
          <p:nvPr/>
        </p:nvSpPr>
        <p:spPr>
          <a:xfrm>
            <a:off x="7658687" y="714991"/>
            <a:ext cx="1226057" cy="420585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2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2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lang="pt-P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273062BF-1A93-7EBE-027F-F8CAA42D0ECD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A8D899A4-8743-2755-BF44-570C06B86BE3}"/>
              </a:ext>
            </a:extLst>
          </p:cNvPr>
          <p:cNvSpPr/>
          <p:nvPr/>
        </p:nvSpPr>
        <p:spPr>
          <a:xfrm>
            <a:off x="7695041" y="5102138"/>
            <a:ext cx="1189043" cy="523356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2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2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AD7F241-4AC2-2AC5-D693-83B8A875C2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539C46D2-5A85-3E4F-1DF0-8A1E4D5D95B6}"/>
              </a:ext>
            </a:extLst>
          </p:cNvPr>
          <p:cNvSpPr/>
          <p:nvPr/>
        </p:nvSpPr>
        <p:spPr>
          <a:xfrm>
            <a:off x="167400" y="1639472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456FC122-1023-46C1-A3CC-C67F761AECBE}"/>
              </a:ext>
            </a:extLst>
          </p:cNvPr>
          <p:cNvSpPr/>
          <p:nvPr/>
        </p:nvSpPr>
        <p:spPr>
          <a:xfrm>
            <a:off x="184230" y="3568487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86;p15">
            <a:extLst>
              <a:ext uri="{FF2B5EF4-FFF2-40B4-BE49-F238E27FC236}">
                <a16:creationId xmlns:a16="http://schemas.microsoft.com/office/drawing/2014/main" id="{E3462549-D8AF-4B37-D942-EE2875DB13BB}"/>
              </a:ext>
            </a:extLst>
          </p:cNvPr>
          <p:cNvSpPr/>
          <p:nvPr/>
        </p:nvSpPr>
        <p:spPr>
          <a:xfrm>
            <a:off x="15395187" y="859799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and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code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possible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86;p15">
            <a:extLst>
              <a:ext uri="{FF2B5EF4-FFF2-40B4-BE49-F238E27FC236}">
                <a16:creationId xmlns:a16="http://schemas.microsoft.com/office/drawing/2014/main" id="{48103346-DE80-84B2-93C2-2F2158B460FB}"/>
              </a:ext>
            </a:extLst>
          </p:cNvPr>
          <p:cNvSpPr/>
          <p:nvPr/>
        </p:nvSpPr>
        <p:spPr>
          <a:xfrm>
            <a:off x="15293524" y="2579879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and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code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possible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86;p15">
            <a:extLst>
              <a:ext uri="{FF2B5EF4-FFF2-40B4-BE49-F238E27FC236}">
                <a16:creationId xmlns:a16="http://schemas.microsoft.com/office/drawing/2014/main" id="{F1C7128C-0A92-4B14-F94C-3CFA6FBE614B}"/>
              </a:ext>
            </a:extLst>
          </p:cNvPr>
          <p:cNvSpPr/>
          <p:nvPr/>
        </p:nvSpPr>
        <p:spPr>
          <a:xfrm>
            <a:off x="15378918" y="4403972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and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code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possible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3F44C467-8556-6C38-16A1-233A25A037B6}"/>
              </a:ext>
            </a:extLst>
          </p:cNvPr>
          <p:cNvSpPr/>
          <p:nvPr/>
        </p:nvSpPr>
        <p:spPr>
          <a:xfrm>
            <a:off x="15440411" y="6044315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code,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1" name="Google Shape;86;p15">
            <a:extLst>
              <a:ext uri="{FF2B5EF4-FFF2-40B4-BE49-F238E27FC236}">
                <a16:creationId xmlns:a16="http://schemas.microsoft.com/office/drawing/2014/main" id="{916B1795-496B-6747-1994-D35AFF655D97}"/>
              </a:ext>
            </a:extLst>
          </p:cNvPr>
          <p:cNvSpPr/>
          <p:nvPr/>
        </p:nvSpPr>
        <p:spPr>
          <a:xfrm>
            <a:off x="15390207" y="7596843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code,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2" name="Google Shape;86;p15">
            <a:extLst>
              <a:ext uri="{FF2B5EF4-FFF2-40B4-BE49-F238E27FC236}">
                <a16:creationId xmlns:a16="http://schemas.microsoft.com/office/drawing/2014/main" id="{A843214D-0EC5-86DC-0E89-7AA58705B607}"/>
              </a:ext>
            </a:extLst>
          </p:cNvPr>
          <p:cNvSpPr/>
          <p:nvPr/>
        </p:nvSpPr>
        <p:spPr>
          <a:xfrm>
            <a:off x="15241178" y="8943617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code,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0E8D4935-6745-D46D-53BB-5BB90FA7D09B}"/>
              </a:ext>
            </a:extLst>
          </p:cNvPr>
          <p:cNvSpPr/>
          <p:nvPr/>
        </p:nvSpPr>
        <p:spPr>
          <a:xfrm>
            <a:off x="9299084" y="1395491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Analyze and implement cod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e regarding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86;p15">
            <a:extLst>
              <a:ext uri="{FF2B5EF4-FFF2-40B4-BE49-F238E27FC236}">
                <a16:creationId xmlns:a16="http://schemas.microsoft.com/office/drawing/2014/main" id="{CEA83E55-77E0-A9C1-28D6-D7F2C8D0CD57}"/>
              </a:ext>
            </a:extLst>
          </p:cNvPr>
          <p:cNvSpPr/>
          <p:nvPr/>
        </p:nvSpPr>
        <p:spPr>
          <a:xfrm>
            <a:off x="9462592" y="9264960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Analyze and implement cod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e regarding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87;p15">
            <a:extLst>
              <a:ext uri="{FF2B5EF4-FFF2-40B4-BE49-F238E27FC236}">
                <a16:creationId xmlns:a16="http://schemas.microsoft.com/office/drawing/2014/main" id="{A25B55AB-8C33-AC05-3B37-2DBE59C9C383}"/>
              </a:ext>
            </a:extLst>
          </p:cNvPr>
          <p:cNvSpPr/>
          <p:nvPr/>
        </p:nvSpPr>
        <p:spPr>
          <a:xfrm>
            <a:off x="6135899" y="707133"/>
            <a:ext cx="1545079" cy="176953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05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87;p15">
            <a:extLst>
              <a:ext uri="{FF2B5EF4-FFF2-40B4-BE49-F238E27FC236}">
                <a16:creationId xmlns:a16="http://schemas.microsoft.com/office/drawing/2014/main" id="{D53D78E6-DD59-079E-CBC4-F77D8CE531A8}"/>
              </a:ext>
            </a:extLst>
          </p:cNvPr>
          <p:cNvSpPr/>
          <p:nvPr/>
        </p:nvSpPr>
        <p:spPr>
          <a:xfrm>
            <a:off x="6072644" y="8529565"/>
            <a:ext cx="1545079" cy="176953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05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86;p15">
            <a:extLst>
              <a:ext uri="{FF2B5EF4-FFF2-40B4-BE49-F238E27FC236}">
                <a16:creationId xmlns:a16="http://schemas.microsoft.com/office/drawing/2014/main" id="{7E2134D3-7EE3-A458-204C-F2C860C9425A}"/>
              </a:ext>
            </a:extLst>
          </p:cNvPr>
          <p:cNvSpPr/>
          <p:nvPr/>
        </p:nvSpPr>
        <p:spPr>
          <a:xfrm>
            <a:off x="12365692" y="7708602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26" name="Google Shape;86;p15">
            <a:extLst>
              <a:ext uri="{FF2B5EF4-FFF2-40B4-BE49-F238E27FC236}">
                <a16:creationId xmlns:a16="http://schemas.microsoft.com/office/drawing/2014/main" id="{EFC64F26-5A29-7176-AD0F-D61076AC8D8A}"/>
              </a:ext>
            </a:extLst>
          </p:cNvPr>
          <p:cNvSpPr/>
          <p:nvPr/>
        </p:nvSpPr>
        <p:spPr>
          <a:xfrm>
            <a:off x="12359427" y="5951794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4359FCD3-3B36-477D-B86A-C5F2EC781047}"/>
              </a:ext>
            </a:extLst>
          </p:cNvPr>
          <p:cNvSpPr/>
          <p:nvPr/>
        </p:nvSpPr>
        <p:spPr>
          <a:xfrm>
            <a:off x="12394497" y="4339760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28" name="Google Shape;86;p15">
            <a:extLst>
              <a:ext uri="{FF2B5EF4-FFF2-40B4-BE49-F238E27FC236}">
                <a16:creationId xmlns:a16="http://schemas.microsoft.com/office/drawing/2014/main" id="{92F5D2A3-10FA-AE13-79E6-AC8ECF2BAD35}"/>
              </a:ext>
            </a:extLst>
          </p:cNvPr>
          <p:cNvSpPr/>
          <p:nvPr/>
        </p:nvSpPr>
        <p:spPr>
          <a:xfrm>
            <a:off x="12228962" y="2876868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30" name="Google Shape;86;p15">
            <a:extLst>
              <a:ext uri="{FF2B5EF4-FFF2-40B4-BE49-F238E27FC236}">
                <a16:creationId xmlns:a16="http://schemas.microsoft.com/office/drawing/2014/main" id="{515C30C7-31BD-2FC2-5274-C5495503E40A}"/>
              </a:ext>
            </a:extLst>
          </p:cNvPr>
          <p:cNvSpPr/>
          <p:nvPr/>
        </p:nvSpPr>
        <p:spPr>
          <a:xfrm>
            <a:off x="9318656" y="7643948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86;p15">
            <a:extLst>
              <a:ext uri="{FF2B5EF4-FFF2-40B4-BE49-F238E27FC236}">
                <a16:creationId xmlns:a16="http://schemas.microsoft.com/office/drawing/2014/main" id="{C9851B7C-8414-9F18-A3A1-823C55A5EF04}"/>
              </a:ext>
            </a:extLst>
          </p:cNvPr>
          <p:cNvSpPr/>
          <p:nvPr/>
        </p:nvSpPr>
        <p:spPr>
          <a:xfrm>
            <a:off x="9312391" y="5887140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Google Shape;86;p15">
            <a:extLst>
              <a:ext uri="{FF2B5EF4-FFF2-40B4-BE49-F238E27FC236}">
                <a16:creationId xmlns:a16="http://schemas.microsoft.com/office/drawing/2014/main" id="{7E938469-94A3-6CC9-929E-A26EA92EFC9D}"/>
              </a:ext>
            </a:extLst>
          </p:cNvPr>
          <p:cNvSpPr/>
          <p:nvPr/>
        </p:nvSpPr>
        <p:spPr>
          <a:xfrm>
            <a:off x="9347461" y="4275106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Google Shape;86;p15">
            <a:extLst>
              <a:ext uri="{FF2B5EF4-FFF2-40B4-BE49-F238E27FC236}">
                <a16:creationId xmlns:a16="http://schemas.microsoft.com/office/drawing/2014/main" id="{B8D5E1C0-FE18-6108-44D9-8F881580D32D}"/>
              </a:ext>
            </a:extLst>
          </p:cNvPr>
          <p:cNvSpPr/>
          <p:nvPr/>
        </p:nvSpPr>
        <p:spPr>
          <a:xfrm>
            <a:off x="9181926" y="2812214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44558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B0216-83C8-2B4B-C802-5A7EFA79A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B3621D50-D997-06D7-0FE6-52DF17A8AC9F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905E1239-DE65-42B3-BD6E-5BAABB25CACC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CE7F2BFB-9AB7-51E6-EEB5-051EDAB781FD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A17A5DD4-29FC-B9DB-879B-824CCD341F72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18A68DC3-6145-5869-5475-995CF410BE15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0027A7E8-BBAD-E94D-DD12-4B60C3578186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FC05C012-DA86-A582-77D5-C36B07EB7E3C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62A434B2-B0CE-A0DD-B99A-D1B8C8FC7A21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B41B25A6-1824-21A9-229B-CCD95D0E4FDE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C62EBCC2-E29D-7C43-1876-E6DD07F5E093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BDE2E153-D8BF-0BED-C375-1F222F73AC83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7B488472-427F-03B4-6AD6-9FDDB6EF8C38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40D98C20-8C41-89FA-DECD-A681F68E04BD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AF7735F1-99D5-160F-337D-148F9A291BFE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9CB2BFA5-4B21-CA8E-5505-64EA00A1DC59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4E825536-26CB-CFC5-841B-DC26D99F7A26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4186248D-B5E6-6D75-1183-F13171CE5BC1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10624516-6858-1D84-7801-E70EBC9BD57E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7830B96D-AC85-8F9F-E16E-DB377906292E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AF41EBF5-F080-4C1B-D0A4-3B366E680C58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598A96E1-76A7-4B04-DCFE-14734084C620}"/>
              </a:ext>
            </a:extLst>
          </p:cNvPr>
          <p:cNvSpPr/>
          <p:nvPr/>
        </p:nvSpPr>
        <p:spPr>
          <a:xfrm>
            <a:off x="7658687" y="714991"/>
            <a:ext cx="1226057" cy="420585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2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2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lang="pt-P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1DE65421-3366-BFA3-3F49-9A186E081D11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5C11F6F6-7B6B-D96C-52DC-1709C27EB6E4}"/>
              </a:ext>
            </a:extLst>
          </p:cNvPr>
          <p:cNvSpPr/>
          <p:nvPr/>
        </p:nvSpPr>
        <p:spPr>
          <a:xfrm>
            <a:off x="7695041" y="5102138"/>
            <a:ext cx="1189043" cy="523356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2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2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B1A87E6-AC40-6740-2E5C-5ACF79E32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343DC54A-5DFC-1351-E5B4-FD467C88B9A4}"/>
              </a:ext>
            </a:extLst>
          </p:cNvPr>
          <p:cNvSpPr/>
          <p:nvPr/>
        </p:nvSpPr>
        <p:spPr>
          <a:xfrm>
            <a:off x="167400" y="1639472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4ABC4A6F-587B-9F36-7C1D-0318B085B922}"/>
              </a:ext>
            </a:extLst>
          </p:cNvPr>
          <p:cNvSpPr/>
          <p:nvPr/>
        </p:nvSpPr>
        <p:spPr>
          <a:xfrm>
            <a:off x="184230" y="3568487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86;p15">
            <a:extLst>
              <a:ext uri="{FF2B5EF4-FFF2-40B4-BE49-F238E27FC236}">
                <a16:creationId xmlns:a16="http://schemas.microsoft.com/office/drawing/2014/main" id="{6FD8CF4F-542E-5D74-4554-609B05445C30}"/>
              </a:ext>
            </a:extLst>
          </p:cNvPr>
          <p:cNvSpPr/>
          <p:nvPr/>
        </p:nvSpPr>
        <p:spPr>
          <a:xfrm>
            <a:off x="15395187" y="859799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and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code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possible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86;p15">
            <a:extLst>
              <a:ext uri="{FF2B5EF4-FFF2-40B4-BE49-F238E27FC236}">
                <a16:creationId xmlns:a16="http://schemas.microsoft.com/office/drawing/2014/main" id="{7EC9016B-DEE7-C5E7-6F5E-67D54D28FFB1}"/>
              </a:ext>
            </a:extLst>
          </p:cNvPr>
          <p:cNvSpPr/>
          <p:nvPr/>
        </p:nvSpPr>
        <p:spPr>
          <a:xfrm>
            <a:off x="15293524" y="2579879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and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code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possible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86;p15">
            <a:extLst>
              <a:ext uri="{FF2B5EF4-FFF2-40B4-BE49-F238E27FC236}">
                <a16:creationId xmlns:a16="http://schemas.microsoft.com/office/drawing/2014/main" id="{EE6F1DD5-4152-5AE0-0B4E-DA2F11B3883C}"/>
              </a:ext>
            </a:extLst>
          </p:cNvPr>
          <p:cNvSpPr/>
          <p:nvPr/>
        </p:nvSpPr>
        <p:spPr>
          <a:xfrm>
            <a:off x="15378918" y="4403972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and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code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possible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DB1272B4-4117-5995-98D1-AEDBC4B0AE2F}"/>
              </a:ext>
            </a:extLst>
          </p:cNvPr>
          <p:cNvSpPr/>
          <p:nvPr/>
        </p:nvSpPr>
        <p:spPr>
          <a:xfrm>
            <a:off x="15440411" y="6044315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code,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1" name="Google Shape;86;p15">
            <a:extLst>
              <a:ext uri="{FF2B5EF4-FFF2-40B4-BE49-F238E27FC236}">
                <a16:creationId xmlns:a16="http://schemas.microsoft.com/office/drawing/2014/main" id="{066C76E5-98F1-5AA4-D7FE-6C7AA6C5733F}"/>
              </a:ext>
            </a:extLst>
          </p:cNvPr>
          <p:cNvSpPr/>
          <p:nvPr/>
        </p:nvSpPr>
        <p:spPr>
          <a:xfrm>
            <a:off x="15390207" y="7596843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code,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2" name="Google Shape;86;p15">
            <a:extLst>
              <a:ext uri="{FF2B5EF4-FFF2-40B4-BE49-F238E27FC236}">
                <a16:creationId xmlns:a16="http://schemas.microsoft.com/office/drawing/2014/main" id="{C34A0BD8-9630-F674-7B3F-EE1DF7925A2B}"/>
              </a:ext>
            </a:extLst>
          </p:cNvPr>
          <p:cNvSpPr/>
          <p:nvPr/>
        </p:nvSpPr>
        <p:spPr>
          <a:xfrm>
            <a:off x="15241178" y="8943617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code,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ECFAE126-EFC3-B977-56A7-DD23D716E74B}"/>
              </a:ext>
            </a:extLst>
          </p:cNvPr>
          <p:cNvSpPr/>
          <p:nvPr/>
        </p:nvSpPr>
        <p:spPr>
          <a:xfrm>
            <a:off x="12325435" y="1395491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Analyze and implement cod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e regarding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86;p15">
            <a:extLst>
              <a:ext uri="{FF2B5EF4-FFF2-40B4-BE49-F238E27FC236}">
                <a16:creationId xmlns:a16="http://schemas.microsoft.com/office/drawing/2014/main" id="{C6842AA3-8BF1-DCDC-946E-969FB06A4163}"/>
              </a:ext>
            </a:extLst>
          </p:cNvPr>
          <p:cNvSpPr/>
          <p:nvPr/>
        </p:nvSpPr>
        <p:spPr>
          <a:xfrm>
            <a:off x="12552373" y="9344287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Analyze and implement cod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e regarding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87;p15">
            <a:extLst>
              <a:ext uri="{FF2B5EF4-FFF2-40B4-BE49-F238E27FC236}">
                <a16:creationId xmlns:a16="http://schemas.microsoft.com/office/drawing/2014/main" id="{13243D93-A8A1-C41C-8BBB-CD72BF91BB4E}"/>
              </a:ext>
            </a:extLst>
          </p:cNvPr>
          <p:cNvSpPr/>
          <p:nvPr/>
        </p:nvSpPr>
        <p:spPr>
          <a:xfrm>
            <a:off x="6135899" y="707133"/>
            <a:ext cx="1545079" cy="176953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05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87;p15">
            <a:extLst>
              <a:ext uri="{FF2B5EF4-FFF2-40B4-BE49-F238E27FC236}">
                <a16:creationId xmlns:a16="http://schemas.microsoft.com/office/drawing/2014/main" id="{C70F733B-0B0B-3209-E0AA-C672F8CC4275}"/>
              </a:ext>
            </a:extLst>
          </p:cNvPr>
          <p:cNvSpPr/>
          <p:nvPr/>
        </p:nvSpPr>
        <p:spPr>
          <a:xfrm>
            <a:off x="6072644" y="8529565"/>
            <a:ext cx="1545079" cy="176953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05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86;p15">
            <a:extLst>
              <a:ext uri="{FF2B5EF4-FFF2-40B4-BE49-F238E27FC236}">
                <a16:creationId xmlns:a16="http://schemas.microsoft.com/office/drawing/2014/main" id="{7C42F671-B497-D6FE-6BD6-BB30A066D63D}"/>
              </a:ext>
            </a:extLst>
          </p:cNvPr>
          <p:cNvSpPr/>
          <p:nvPr/>
        </p:nvSpPr>
        <p:spPr>
          <a:xfrm>
            <a:off x="12365692" y="7708602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26" name="Google Shape;86;p15">
            <a:extLst>
              <a:ext uri="{FF2B5EF4-FFF2-40B4-BE49-F238E27FC236}">
                <a16:creationId xmlns:a16="http://schemas.microsoft.com/office/drawing/2014/main" id="{52D5E918-30BD-1D57-4667-778100F3C11F}"/>
              </a:ext>
            </a:extLst>
          </p:cNvPr>
          <p:cNvSpPr/>
          <p:nvPr/>
        </p:nvSpPr>
        <p:spPr>
          <a:xfrm>
            <a:off x="12359427" y="5951794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F6A8BCDF-EDDB-93AD-6DB9-7FBFA1A73F0E}"/>
              </a:ext>
            </a:extLst>
          </p:cNvPr>
          <p:cNvSpPr/>
          <p:nvPr/>
        </p:nvSpPr>
        <p:spPr>
          <a:xfrm>
            <a:off x="12394497" y="4339760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28" name="Google Shape;86;p15">
            <a:extLst>
              <a:ext uri="{FF2B5EF4-FFF2-40B4-BE49-F238E27FC236}">
                <a16:creationId xmlns:a16="http://schemas.microsoft.com/office/drawing/2014/main" id="{FD2174E2-6A2E-E94B-20AA-B7FBB8AEAE91}"/>
              </a:ext>
            </a:extLst>
          </p:cNvPr>
          <p:cNvSpPr/>
          <p:nvPr/>
        </p:nvSpPr>
        <p:spPr>
          <a:xfrm>
            <a:off x="12237725" y="2730684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30" name="Google Shape;86;p15">
            <a:extLst>
              <a:ext uri="{FF2B5EF4-FFF2-40B4-BE49-F238E27FC236}">
                <a16:creationId xmlns:a16="http://schemas.microsoft.com/office/drawing/2014/main" id="{4A757CF3-BA03-0009-A2FB-7B5504100097}"/>
              </a:ext>
            </a:extLst>
          </p:cNvPr>
          <p:cNvSpPr/>
          <p:nvPr/>
        </p:nvSpPr>
        <p:spPr>
          <a:xfrm>
            <a:off x="9318656" y="7643948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86;p15">
            <a:extLst>
              <a:ext uri="{FF2B5EF4-FFF2-40B4-BE49-F238E27FC236}">
                <a16:creationId xmlns:a16="http://schemas.microsoft.com/office/drawing/2014/main" id="{F8901001-0CD4-C6C8-1550-1E52AB9409F2}"/>
              </a:ext>
            </a:extLst>
          </p:cNvPr>
          <p:cNvSpPr/>
          <p:nvPr/>
        </p:nvSpPr>
        <p:spPr>
          <a:xfrm>
            <a:off x="9312391" y="5887140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Google Shape;86;p15">
            <a:extLst>
              <a:ext uri="{FF2B5EF4-FFF2-40B4-BE49-F238E27FC236}">
                <a16:creationId xmlns:a16="http://schemas.microsoft.com/office/drawing/2014/main" id="{3D2EFA4A-E897-FD34-4A23-B8214B12B5A9}"/>
              </a:ext>
            </a:extLst>
          </p:cNvPr>
          <p:cNvSpPr/>
          <p:nvPr/>
        </p:nvSpPr>
        <p:spPr>
          <a:xfrm>
            <a:off x="9347461" y="4275106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Google Shape;86;p15">
            <a:extLst>
              <a:ext uri="{FF2B5EF4-FFF2-40B4-BE49-F238E27FC236}">
                <a16:creationId xmlns:a16="http://schemas.microsoft.com/office/drawing/2014/main" id="{695DFADD-2431-C250-5812-A60CA6C15E08}"/>
              </a:ext>
            </a:extLst>
          </p:cNvPr>
          <p:cNvSpPr/>
          <p:nvPr/>
        </p:nvSpPr>
        <p:spPr>
          <a:xfrm>
            <a:off x="9181926" y="2812214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18193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9D21F-708A-8172-0B8F-C09DF103D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>
            <a:extLst>
              <a:ext uri="{FF2B5EF4-FFF2-40B4-BE49-F238E27FC236}">
                <a16:creationId xmlns:a16="http://schemas.microsoft.com/office/drawing/2014/main" id="{0FBCD1CA-787A-ED7C-DB9B-2B08E6DE5E2B}"/>
              </a:ext>
            </a:extLst>
          </p:cNvPr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>
            <a:extLst>
              <a:ext uri="{FF2B5EF4-FFF2-40B4-BE49-F238E27FC236}">
                <a16:creationId xmlns:a16="http://schemas.microsoft.com/office/drawing/2014/main" id="{F1F8CFB6-3F18-35CF-BC69-5BA9D3D257A4}"/>
              </a:ext>
            </a:extLst>
          </p:cNvPr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6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910941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F86C-BD29-C6E0-2098-B6970A67C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5BC3E508-CA58-5DC5-9441-FDDC6A5E6FBA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8D1D691F-87AC-8779-F89C-B2E1E536CB68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4954BFDF-C552-23A7-9FCD-2875F62086C8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746A7E58-0010-723B-4AF2-EC560852C4D7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2F6FD6B1-F7D1-FF37-CCAE-17B189BFC3C0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19A40494-0D8B-B718-0164-7790758FD9F3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9F424B57-2905-FA2D-0B19-1DDC0863F399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A6BABF1E-EA3F-7388-117D-E69BB36D9B3C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A441BF3B-D3B2-391A-16BD-680B0CEC755A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12311B3D-96D9-CAAE-6930-E1F8CC4004F2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F993EBE9-443B-AD35-7FFC-DC8A76C14FFE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02EE3AE8-CE74-7BBE-53E1-A5B5A96D5396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74532963-FA87-E868-0BD8-34D45FF7E9CE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35956318-6AEB-DDF6-0106-05633DCEFB72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9CF7276B-1937-604C-387D-4B0ADB02E6F1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81C153E4-0F6E-FEA7-A7AE-CF074F718FBF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A9F57D26-731A-4EB0-392D-0FBA5CBE1CAA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E44C6969-5711-4246-43C0-C7A063438A6E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D78D0903-25C3-9D7A-A633-6C9A3BA53A68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D88C1A80-47D1-9E9B-33D3-A466024CF062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841D8CD1-8F84-3A74-346D-CC2005621D19}"/>
              </a:ext>
            </a:extLst>
          </p:cNvPr>
          <p:cNvSpPr/>
          <p:nvPr/>
        </p:nvSpPr>
        <p:spPr>
          <a:xfrm>
            <a:off x="7658687" y="714991"/>
            <a:ext cx="1226057" cy="420585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2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2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lang="pt-P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44EE1FDD-3739-5F91-F7F1-B7938D2DC678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CE0A12A9-55EC-5D22-202A-B297C8A06423}"/>
              </a:ext>
            </a:extLst>
          </p:cNvPr>
          <p:cNvSpPr/>
          <p:nvPr/>
        </p:nvSpPr>
        <p:spPr>
          <a:xfrm>
            <a:off x="7695041" y="5102138"/>
            <a:ext cx="1189043" cy="5233566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2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2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84CAFA8-59BE-CD0E-F4F6-875930DAB1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CA254FFF-BE76-887D-3E29-6828C4B9AB47}"/>
              </a:ext>
            </a:extLst>
          </p:cNvPr>
          <p:cNvSpPr/>
          <p:nvPr/>
        </p:nvSpPr>
        <p:spPr>
          <a:xfrm>
            <a:off x="192662" y="2840807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US3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86;p15">
            <a:extLst>
              <a:ext uri="{FF2B5EF4-FFF2-40B4-BE49-F238E27FC236}">
                <a16:creationId xmlns:a16="http://schemas.microsoft.com/office/drawing/2014/main" id="{DC17FA2B-7B26-D5FE-09F2-3F2F5CCDC910}"/>
              </a:ext>
            </a:extLst>
          </p:cNvPr>
          <p:cNvSpPr/>
          <p:nvPr/>
        </p:nvSpPr>
        <p:spPr>
          <a:xfrm>
            <a:off x="18536364" y="952264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and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code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possible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86;p15">
            <a:extLst>
              <a:ext uri="{FF2B5EF4-FFF2-40B4-BE49-F238E27FC236}">
                <a16:creationId xmlns:a16="http://schemas.microsoft.com/office/drawing/2014/main" id="{24836B6E-1CBC-E627-9DC1-F1912B256D4B}"/>
              </a:ext>
            </a:extLst>
          </p:cNvPr>
          <p:cNvSpPr/>
          <p:nvPr/>
        </p:nvSpPr>
        <p:spPr>
          <a:xfrm>
            <a:off x="18495063" y="2595332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and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code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possible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86;p15">
            <a:extLst>
              <a:ext uri="{FF2B5EF4-FFF2-40B4-BE49-F238E27FC236}">
                <a16:creationId xmlns:a16="http://schemas.microsoft.com/office/drawing/2014/main" id="{CBCEE85C-3CD8-C4DC-9F49-96A4B3AE4A51}"/>
              </a:ext>
            </a:extLst>
          </p:cNvPr>
          <p:cNvSpPr/>
          <p:nvPr/>
        </p:nvSpPr>
        <p:spPr>
          <a:xfrm>
            <a:off x="18536363" y="4311069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r>
              <a:rPr lang="pt-PT" sz="1100" dirty="0" err="1">
                <a:solidFill>
                  <a:srgbClr val="000000"/>
                </a:solidFill>
              </a:rPr>
              <a:t>Review</a:t>
            </a:r>
            <a:r>
              <a:rPr lang="pt-PT" sz="1100" dirty="0">
                <a:solidFill>
                  <a:srgbClr val="000000"/>
                </a:solidFill>
              </a:rPr>
              <a:t> and </a:t>
            </a:r>
            <a:r>
              <a:rPr lang="pt-PT" sz="1100" dirty="0" err="1">
                <a:solidFill>
                  <a:srgbClr val="000000"/>
                </a:solidFill>
              </a:rPr>
              <a:t>map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existing</a:t>
            </a:r>
            <a:r>
              <a:rPr lang="pt-PT" sz="1100" dirty="0">
                <a:solidFill>
                  <a:srgbClr val="000000"/>
                </a:solidFill>
              </a:rPr>
              <a:t> code </a:t>
            </a:r>
            <a:r>
              <a:rPr lang="pt-PT" sz="1100" dirty="0" err="1">
                <a:solidFill>
                  <a:srgbClr val="000000"/>
                </a:solidFill>
              </a:rPr>
              <a:t>related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machines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Identify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</a:t>
            </a:r>
            <a:r>
              <a:rPr lang="pt-PT" sz="1100" dirty="0">
                <a:solidFill>
                  <a:srgbClr val="000000"/>
                </a:solidFill>
              </a:rPr>
              <a:t> classes </a:t>
            </a:r>
            <a:r>
              <a:rPr lang="pt-PT" sz="1100" dirty="0" err="1">
                <a:solidFill>
                  <a:srgbClr val="000000"/>
                </a:solidFill>
              </a:rPr>
              <a:t>that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could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support</a:t>
            </a:r>
            <a:r>
              <a:rPr lang="pt-PT" sz="1100" dirty="0">
                <a:solidFill>
                  <a:srgbClr val="000000"/>
                </a:solidFill>
              </a:rPr>
              <a:t> upgrade </a:t>
            </a:r>
            <a:r>
              <a:rPr lang="pt-PT" sz="1100" dirty="0" err="1">
                <a:solidFill>
                  <a:srgbClr val="000000"/>
                </a:solidFill>
              </a:rPr>
              <a:t>levels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or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if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there’s</a:t>
            </a:r>
            <a:r>
              <a:rPr lang="pt-PT" sz="1100" dirty="0">
                <a:solidFill>
                  <a:srgbClr val="000000"/>
                </a:solidFill>
              </a:rPr>
              <a:t> a </a:t>
            </a:r>
            <a:r>
              <a:rPr lang="pt-PT" sz="1100" dirty="0" err="1">
                <a:solidFill>
                  <a:srgbClr val="000000"/>
                </a:solidFill>
              </a:rPr>
              <a:t>need</a:t>
            </a:r>
            <a:r>
              <a:rPr lang="pt-PT" sz="1100" dirty="0">
                <a:solidFill>
                  <a:srgbClr val="000000"/>
                </a:solidFill>
              </a:rPr>
              <a:t> to </a:t>
            </a:r>
            <a:r>
              <a:rPr lang="pt-PT" sz="1100" dirty="0" err="1">
                <a:solidFill>
                  <a:srgbClr val="000000"/>
                </a:solidFill>
              </a:rPr>
              <a:t>create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new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ones</a:t>
            </a:r>
            <a:r>
              <a:rPr lang="pt-PT" sz="1100" dirty="0">
                <a:solidFill>
                  <a:srgbClr val="000000"/>
                </a:solidFill>
              </a:rPr>
              <a:t>. </a:t>
            </a:r>
            <a:r>
              <a:rPr lang="pt-PT" sz="1100" dirty="0" err="1">
                <a:solidFill>
                  <a:srgbClr val="000000"/>
                </a:solidFill>
              </a:rPr>
              <a:t>Draft</a:t>
            </a:r>
            <a:r>
              <a:rPr lang="pt-PT" sz="1100" dirty="0">
                <a:solidFill>
                  <a:srgbClr val="000000"/>
                </a:solidFill>
              </a:rPr>
              <a:t> possible </a:t>
            </a:r>
            <a:r>
              <a:rPr lang="pt-PT" sz="1100" dirty="0" err="1">
                <a:solidFill>
                  <a:srgbClr val="000000"/>
                </a:solidFill>
              </a:rPr>
              <a:t>methods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needed</a:t>
            </a:r>
            <a:r>
              <a:rPr lang="pt-PT" sz="1100" dirty="0">
                <a:solidFill>
                  <a:srgbClr val="000000"/>
                </a:solidFill>
              </a:rPr>
              <a:t> for </a:t>
            </a:r>
            <a:r>
              <a:rPr lang="pt-PT" sz="1100" dirty="0" err="1">
                <a:solidFill>
                  <a:srgbClr val="000000"/>
                </a:solidFill>
              </a:rPr>
              <a:t>implementing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efficiency</a:t>
            </a:r>
            <a:r>
              <a:rPr lang="pt-PT" sz="1100" dirty="0">
                <a:solidFill>
                  <a:srgbClr val="000000"/>
                </a:solidFill>
              </a:rPr>
              <a:t> </a:t>
            </a:r>
            <a:r>
              <a:rPr lang="pt-PT" sz="1100" dirty="0" err="1">
                <a:solidFill>
                  <a:srgbClr val="000000"/>
                </a:solidFill>
              </a:rPr>
              <a:t>updates</a:t>
            </a:r>
            <a:r>
              <a:rPr lang="pt-PT" sz="1100" dirty="0">
                <a:solidFill>
                  <a:srgbClr val="000000"/>
                </a:solidFill>
              </a:rPr>
              <a:t>.</a:t>
            </a:r>
          </a:p>
          <a:p>
            <a:pPr>
              <a:lnSpc>
                <a:spcPct val="100000"/>
              </a:lnSpc>
            </a:pPr>
            <a:endParaRPr lang="pt-P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7AFA38EB-F23E-7345-7ECB-62B383EAD60E}"/>
              </a:ext>
            </a:extLst>
          </p:cNvPr>
          <p:cNvSpPr/>
          <p:nvPr/>
        </p:nvSpPr>
        <p:spPr>
          <a:xfrm>
            <a:off x="18640771" y="5981829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code,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1" name="Google Shape;86;p15">
            <a:extLst>
              <a:ext uri="{FF2B5EF4-FFF2-40B4-BE49-F238E27FC236}">
                <a16:creationId xmlns:a16="http://schemas.microsoft.com/office/drawing/2014/main" id="{B326A4D0-82E2-C4D1-34CA-D44DF5369FA8}"/>
              </a:ext>
            </a:extLst>
          </p:cNvPr>
          <p:cNvSpPr/>
          <p:nvPr/>
        </p:nvSpPr>
        <p:spPr>
          <a:xfrm>
            <a:off x="18625451" y="7597387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code,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22" name="Google Shape;86;p15">
            <a:extLst>
              <a:ext uri="{FF2B5EF4-FFF2-40B4-BE49-F238E27FC236}">
                <a16:creationId xmlns:a16="http://schemas.microsoft.com/office/drawing/2014/main" id="{024C1657-4D15-B366-B03B-03DFE518CF9B}"/>
              </a:ext>
            </a:extLst>
          </p:cNvPr>
          <p:cNvSpPr/>
          <p:nvPr/>
        </p:nvSpPr>
        <p:spPr>
          <a:xfrm>
            <a:off x="18625450" y="9104065"/>
            <a:ext cx="2895761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Review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conveyor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related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code,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such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 error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Define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structure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behavior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the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new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messages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Locate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where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warnings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and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destination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checks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are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currently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pt-PT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handled</a:t>
            </a:r>
            <a:r>
              <a:rPr lang="pt-PT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E8E4E136-0538-D88C-1196-141FFBCAF6EE}"/>
              </a:ext>
            </a:extLst>
          </p:cNvPr>
          <p:cNvSpPr/>
          <p:nvPr/>
        </p:nvSpPr>
        <p:spPr>
          <a:xfrm>
            <a:off x="12517480" y="1301042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Analyze and implement cod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e regarding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86;p15">
            <a:extLst>
              <a:ext uri="{FF2B5EF4-FFF2-40B4-BE49-F238E27FC236}">
                <a16:creationId xmlns:a16="http://schemas.microsoft.com/office/drawing/2014/main" id="{01931817-297F-616D-94E1-EEDEFBAD6F23}"/>
              </a:ext>
            </a:extLst>
          </p:cNvPr>
          <p:cNvSpPr/>
          <p:nvPr/>
        </p:nvSpPr>
        <p:spPr>
          <a:xfrm>
            <a:off x="12683394" y="9203325"/>
            <a:ext cx="2216895" cy="6837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Analyze and implement cod</a:t>
            </a:r>
            <a:r>
              <a:rPr lang="pt-PT" sz="1400" dirty="0">
                <a:solidFill>
                  <a:srgbClr val="000000"/>
                </a:solidFill>
                <a:latin typeface="Arial"/>
              </a:rPr>
              <a:t>e regarding US3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87;p15">
            <a:extLst>
              <a:ext uri="{FF2B5EF4-FFF2-40B4-BE49-F238E27FC236}">
                <a16:creationId xmlns:a16="http://schemas.microsoft.com/office/drawing/2014/main" id="{9D188582-DE51-F5B3-7170-0DCC51E959D2}"/>
              </a:ext>
            </a:extLst>
          </p:cNvPr>
          <p:cNvSpPr/>
          <p:nvPr/>
        </p:nvSpPr>
        <p:spPr>
          <a:xfrm>
            <a:off x="6135899" y="707133"/>
            <a:ext cx="1545079" cy="176953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05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87;p15">
            <a:extLst>
              <a:ext uri="{FF2B5EF4-FFF2-40B4-BE49-F238E27FC236}">
                <a16:creationId xmlns:a16="http://schemas.microsoft.com/office/drawing/2014/main" id="{74C3AD6B-01DA-4F36-BA49-A77F5B27BEA8}"/>
              </a:ext>
            </a:extLst>
          </p:cNvPr>
          <p:cNvSpPr/>
          <p:nvPr/>
        </p:nvSpPr>
        <p:spPr>
          <a:xfrm>
            <a:off x="6072644" y="8529565"/>
            <a:ext cx="1545079" cy="176953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05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05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86;p15">
            <a:extLst>
              <a:ext uri="{FF2B5EF4-FFF2-40B4-BE49-F238E27FC236}">
                <a16:creationId xmlns:a16="http://schemas.microsoft.com/office/drawing/2014/main" id="{B1FCB6A3-FD94-010C-F6F1-804899A61C74}"/>
              </a:ext>
            </a:extLst>
          </p:cNvPr>
          <p:cNvSpPr/>
          <p:nvPr/>
        </p:nvSpPr>
        <p:spPr>
          <a:xfrm>
            <a:off x="15556079" y="7633502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26" name="Google Shape;86;p15">
            <a:extLst>
              <a:ext uri="{FF2B5EF4-FFF2-40B4-BE49-F238E27FC236}">
                <a16:creationId xmlns:a16="http://schemas.microsoft.com/office/drawing/2014/main" id="{CDDDE5E6-D0D7-9CCD-B02A-B93DAF811D03}"/>
              </a:ext>
            </a:extLst>
          </p:cNvPr>
          <p:cNvSpPr/>
          <p:nvPr/>
        </p:nvSpPr>
        <p:spPr>
          <a:xfrm>
            <a:off x="15625059" y="5941236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AB5B5C82-312C-8462-B774-C80D7419761B}"/>
              </a:ext>
            </a:extLst>
          </p:cNvPr>
          <p:cNvSpPr/>
          <p:nvPr/>
        </p:nvSpPr>
        <p:spPr>
          <a:xfrm>
            <a:off x="15532559" y="4380418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28" name="Google Shape;86;p15">
            <a:extLst>
              <a:ext uri="{FF2B5EF4-FFF2-40B4-BE49-F238E27FC236}">
                <a16:creationId xmlns:a16="http://schemas.microsoft.com/office/drawing/2014/main" id="{2B19140D-6088-B18D-2486-611355AD3D66}"/>
              </a:ext>
            </a:extLst>
          </p:cNvPr>
          <p:cNvSpPr/>
          <p:nvPr/>
        </p:nvSpPr>
        <p:spPr>
          <a:xfrm>
            <a:off x="15556079" y="2840807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</a:p>
        </p:txBody>
      </p:sp>
      <p:sp>
        <p:nvSpPr>
          <p:cNvPr id="30" name="Google Shape;86;p15">
            <a:extLst>
              <a:ext uri="{FF2B5EF4-FFF2-40B4-BE49-F238E27FC236}">
                <a16:creationId xmlns:a16="http://schemas.microsoft.com/office/drawing/2014/main" id="{13CF652F-958A-768E-FF3B-52B678D667B5}"/>
              </a:ext>
            </a:extLst>
          </p:cNvPr>
          <p:cNvSpPr/>
          <p:nvPr/>
        </p:nvSpPr>
        <p:spPr>
          <a:xfrm>
            <a:off x="9594841" y="7613703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86;p15">
            <a:extLst>
              <a:ext uri="{FF2B5EF4-FFF2-40B4-BE49-F238E27FC236}">
                <a16:creationId xmlns:a16="http://schemas.microsoft.com/office/drawing/2014/main" id="{A10DAFEE-2E4E-4EE0-A05F-10DD50C6CE69}"/>
              </a:ext>
            </a:extLst>
          </p:cNvPr>
          <p:cNvSpPr/>
          <p:nvPr/>
        </p:nvSpPr>
        <p:spPr>
          <a:xfrm>
            <a:off x="9566979" y="5891454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Google Shape;86;p15">
            <a:extLst>
              <a:ext uri="{FF2B5EF4-FFF2-40B4-BE49-F238E27FC236}">
                <a16:creationId xmlns:a16="http://schemas.microsoft.com/office/drawing/2014/main" id="{474E20F5-034F-3E07-23F2-E9D3C590531F}"/>
              </a:ext>
            </a:extLst>
          </p:cNvPr>
          <p:cNvSpPr/>
          <p:nvPr/>
        </p:nvSpPr>
        <p:spPr>
          <a:xfrm>
            <a:off x="9578496" y="4378774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Google Shape;86;p15">
            <a:extLst>
              <a:ext uri="{FF2B5EF4-FFF2-40B4-BE49-F238E27FC236}">
                <a16:creationId xmlns:a16="http://schemas.microsoft.com/office/drawing/2014/main" id="{0B164833-47C5-C51B-D0B3-0B1AF84BC1E2}"/>
              </a:ext>
            </a:extLst>
          </p:cNvPr>
          <p:cNvSpPr/>
          <p:nvPr/>
        </p:nvSpPr>
        <p:spPr>
          <a:xfrm>
            <a:off x="9544917" y="2794300"/>
            <a:ext cx="2409841" cy="844575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3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86;p15">
            <a:extLst>
              <a:ext uri="{FF2B5EF4-FFF2-40B4-BE49-F238E27FC236}">
                <a16:creationId xmlns:a16="http://schemas.microsoft.com/office/drawing/2014/main" id="{0FFA3933-26C1-2E52-3583-5EBE8DE1573A}"/>
              </a:ext>
            </a:extLst>
          </p:cNvPr>
          <p:cNvSpPr/>
          <p:nvPr/>
        </p:nvSpPr>
        <p:spPr>
          <a:xfrm>
            <a:off x="12483901" y="2779912"/>
            <a:ext cx="2454695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dirty="0">
                <a:solidFill>
                  <a:srgbClr val="000000"/>
                </a:solidFill>
                <a:latin typeface="Arial"/>
              </a:rPr>
              <a:t>Analysis </a:t>
            </a:r>
            <a:r>
              <a:rPr lang="pt-PT" dirty="0" err="1">
                <a:solidFill>
                  <a:srgbClr val="000000"/>
                </a:solidFill>
                <a:latin typeface="Arial"/>
              </a:rPr>
              <a:t>of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 possible code smells and design patterns in US1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425060E2-8C8D-9334-9D31-EFBCF6FAF27C}"/>
              </a:ext>
            </a:extLst>
          </p:cNvPr>
          <p:cNvSpPr/>
          <p:nvPr/>
        </p:nvSpPr>
        <p:spPr>
          <a:xfrm>
            <a:off x="12517480" y="4273703"/>
            <a:ext cx="2454695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dirty="0">
                <a:solidFill>
                  <a:srgbClr val="000000"/>
                </a:solidFill>
                <a:latin typeface="Arial"/>
              </a:rPr>
              <a:t>Analysis </a:t>
            </a:r>
            <a:r>
              <a:rPr lang="pt-PT" dirty="0" err="1">
                <a:solidFill>
                  <a:srgbClr val="000000"/>
                </a:solidFill>
                <a:latin typeface="Arial"/>
              </a:rPr>
              <a:t>of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 possible code smells and design patterns in US1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A4D960D2-F888-5A73-3074-D4E4A6559EAB}"/>
              </a:ext>
            </a:extLst>
          </p:cNvPr>
          <p:cNvSpPr/>
          <p:nvPr/>
        </p:nvSpPr>
        <p:spPr>
          <a:xfrm>
            <a:off x="12564493" y="5904112"/>
            <a:ext cx="2454695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dirty="0">
                <a:solidFill>
                  <a:srgbClr val="000000"/>
                </a:solidFill>
                <a:latin typeface="Arial"/>
              </a:rPr>
              <a:t>Analysis </a:t>
            </a:r>
            <a:r>
              <a:rPr lang="pt-PT" dirty="0" err="1">
                <a:solidFill>
                  <a:srgbClr val="000000"/>
                </a:solidFill>
                <a:latin typeface="Arial"/>
              </a:rPr>
              <a:t>of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 possible code smells and design patterns in US2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86;p15">
            <a:extLst>
              <a:ext uri="{FF2B5EF4-FFF2-40B4-BE49-F238E27FC236}">
                <a16:creationId xmlns:a16="http://schemas.microsoft.com/office/drawing/2014/main" id="{2FA612DB-2351-9B3D-1C7D-F4CE3317A763}"/>
              </a:ext>
            </a:extLst>
          </p:cNvPr>
          <p:cNvSpPr/>
          <p:nvPr/>
        </p:nvSpPr>
        <p:spPr>
          <a:xfrm>
            <a:off x="12616687" y="7437725"/>
            <a:ext cx="2454695" cy="1285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dirty="0">
                <a:solidFill>
                  <a:srgbClr val="000000"/>
                </a:solidFill>
                <a:latin typeface="Arial"/>
              </a:rPr>
              <a:t>Analysis </a:t>
            </a:r>
            <a:r>
              <a:rPr lang="pt-PT" dirty="0" err="1">
                <a:solidFill>
                  <a:srgbClr val="000000"/>
                </a:solidFill>
                <a:latin typeface="Arial"/>
              </a:rPr>
              <a:t>of</a:t>
            </a:r>
            <a:r>
              <a:rPr lang="pt-PT" dirty="0">
                <a:solidFill>
                  <a:srgbClr val="000000"/>
                </a:solidFill>
                <a:latin typeface="Arial"/>
              </a:rPr>
              <a:t> possible code smells and design patterns in US2</a:t>
            </a:r>
            <a:endParaRPr lang="pt-PT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088144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244</TotalTime>
  <Words>2951</Words>
  <Application>Microsoft Office PowerPoint</Application>
  <PresentationFormat>Personalizados</PresentationFormat>
  <Paragraphs>426</Paragraphs>
  <Slides>23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23</vt:i4>
      </vt:variant>
    </vt:vector>
  </HeadingPairs>
  <TitlesOfParts>
    <vt:vector size="30" baseType="lpstr">
      <vt:lpstr>Aptos</vt:lpstr>
      <vt:lpstr>Arial</vt:lpstr>
      <vt:lpstr>Consolas</vt:lpstr>
      <vt:lpstr>Symbol</vt:lpstr>
      <vt:lpstr>Times New Roman</vt:lpstr>
      <vt:lpstr>Wingdings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Raksana Udagedara</cp:lastModifiedBy>
  <cp:revision>19</cp:revision>
  <dcterms:modified xsi:type="dcterms:W3CDTF">2025-11-29T18:51:27Z</dcterms:modified>
  <dc:language>pt-PT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Personalizados</vt:lpwstr>
  </property>
  <property fmtid="{D5CDD505-2E9C-101B-9397-08002B2CF9AE}" pid="4" name="Slides">
    <vt:i4>11</vt:i4>
  </property>
</Properties>
</file>