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3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2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1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notesSlides/_rels/notesSlide2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3.xml.rels" ContentType="application/vnd.openxmlformats-package.relationship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</p:sldIdLst>
  <p:sldSz cx="21599525" cy="107997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PT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Clique para mover o diapositivo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das notas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8E7625F-73B3-45D3-880D-9344E1205C9B}" type="slidenum"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480" cy="360684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6920" cy="420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528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C0A518-3371-46A1-87C3-CE253E9C2B52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 type="sldNum" idx="17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34DB96-9003-48CC-9DA0-1C76CEE359D3}" type="slidenum"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&lt;número&gt;</a:t>
            </a:fld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PlaceHolder 3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6B423C-3AF8-442C-BB73-4E16AE8CA12A}" type="slidenum"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&lt;número&gt;</a:t>
            </a:fld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480" cy="360684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6920" cy="420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19"/>
          </p:nvPr>
        </p:nvSpPr>
        <p:spPr>
          <a:xfrm>
            <a:off x="4281480" y="10155240"/>
            <a:ext cx="327528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DC5A5B-C8F7-4496-98CF-32BB6DBB782A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480" cy="360684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6920" cy="420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20"/>
          </p:nvPr>
        </p:nvSpPr>
        <p:spPr>
          <a:xfrm>
            <a:off x="4281480" y="10155240"/>
            <a:ext cx="327528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F39293-5262-41CF-9929-503CC1810115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5480" cy="360684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6920" cy="420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21"/>
          </p:nvPr>
        </p:nvSpPr>
        <p:spPr>
          <a:xfrm>
            <a:off x="4281480" y="10155240"/>
            <a:ext cx="327528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27BAC4-C525-4CE4-BB71-10DBEE6C61DB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39360" cy="858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pt-PT" sz="4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EBC1F4-CF9F-45C1-ABF8-135E62AADF97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080" cy="119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pt-PT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BCBE2F-1EB6-4642-9054-213A20C264E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0480" cy="15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format</a:t>
            </a:r>
            <a:endParaRPr b="0" lang="pt-PT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0480" cy="66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F8C956-D4B2-464C-8A48-6940C44C84D0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6;p9"/>
          <p:cNvSpPr/>
          <p:nvPr/>
        </p:nvSpPr>
        <p:spPr>
          <a:xfrm>
            <a:off x="10800000" y="-360"/>
            <a:ext cx="10797480" cy="107974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3320" cy="31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pt-PT" sz="4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1560" cy="77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39581B-0B3C-47E8-96B8-A0C2E0BD2FA5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8160" cy="126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40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22B7DA-C322-48CF-80DA-66B2E2B8CE49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5080" cy="430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pt-PT" sz="5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0520AA-B743-4DB7-8903-06595CFE0B66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7120" cy="626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5080" cy="412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</a:t>
            </a: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%</a:t>
            </a:r>
            <a:endParaRPr b="0" lang="pt-PT" sz="1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5080" cy="272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BD7E0E-D734-46F0-82E4-DC4F6B1CED2E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D11696-D9D6-4620-B464-E853DCAC6B8B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080" cy="119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6040" cy="71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6040" cy="71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300BE3-877D-4635-8A55-52388E38F6F9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5080" cy="176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3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85ADD3-F6D0-4C16-880F-E3E642B5CC92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080" cy="119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5080" cy="71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3480" cy="82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11A3B4-B464-4B8F-AA6A-E05AB8BBBF1E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080" cy="119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pt-PT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6200" y="2419920"/>
            <a:ext cx="20125080" cy="717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pt-PT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130D315-0FE7-444E-9E59-66E549389FB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4720" cy="119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4720" cy="717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sldNum" idx="12"/>
          </p:nvPr>
        </p:nvSpPr>
        <p:spPr>
          <a:xfrm>
            <a:off x="20013840" y="9791640"/>
            <a:ext cx="1293120" cy="82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74B506-77CB-4516-B198-C39C0F86E32B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54;p13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Google Shape;55;p13" descr=""/>
          <p:cNvPicPr/>
          <p:nvPr/>
        </p:nvPicPr>
        <p:blipFill>
          <a:blip r:embed="rId2"/>
          <a:stretch/>
        </p:blipFill>
        <p:spPr>
          <a:xfrm>
            <a:off x="859680" y="4015080"/>
            <a:ext cx="19877760" cy="27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60;p14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Google Shape;61;p14"/>
          <p:cNvSpPr txBox="1"/>
          <p:nvPr/>
        </p:nvSpPr>
        <p:spPr>
          <a:xfrm>
            <a:off x="814320" y="3300840"/>
            <a:ext cx="19968840" cy="4196160"/>
          </a:xfrm>
          <a:prstGeom prst="rect">
            <a:avLst/>
          </a:prstGeom>
        </p:spPr>
        <p:txBody>
          <a:bodyPr wrap="none" lIns="490680" rIns="4906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66;p 9"/>
          <p:cNvCxnSpPr/>
          <p:nvPr/>
        </p:nvCxnSpPr>
        <p:spPr>
          <a:xfrm>
            <a:off x="5944680" y="-31320"/>
            <a:ext cx="288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5" name="Google Shape;67;p 9"/>
          <p:cNvSpPr/>
          <p:nvPr/>
        </p:nvSpPr>
        <p:spPr>
          <a:xfrm>
            <a:off x="319716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68;p 9"/>
          <p:cNvSpPr/>
          <p:nvPr/>
        </p:nvSpPr>
        <p:spPr>
          <a:xfrm>
            <a:off x="628164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69;p 9"/>
          <p:cNvSpPr/>
          <p:nvPr/>
        </p:nvSpPr>
        <p:spPr>
          <a:xfrm>
            <a:off x="936612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70;p 9"/>
          <p:cNvSpPr/>
          <p:nvPr/>
        </p:nvSpPr>
        <p:spPr>
          <a:xfrm>
            <a:off x="1239588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71;p 9"/>
          <p:cNvSpPr/>
          <p:nvPr/>
        </p:nvSpPr>
        <p:spPr>
          <a:xfrm>
            <a:off x="1553256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72;p 9"/>
          <p:cNvSpPr/>
          <p:nvPr/>
        </p:nvSpPr>
        <p:spPr>
          <a:xfrm>
            <a:off x="1866888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73;p 9"/>
          <p:cNvSpPr/>
          <p:nvPr/>
        </p:nvSpPr>
        <p:spPr>
          <a:xfrm>
            <a:off x="16740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74;p 9"/>
          <p:cNvSpPr/>
          <p:nvPr/>
        </p:nvSpPr>
        <p:spPr>
          <a:xfrm>
            <a:off x="3197160" y="13856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Google Shape;75;p 9"/>
          <p:cNvSpPr/>
          <p:nvPr/>
        </p:nvSpPr>
        <p:spPr>
          <a:xfrm>
            <a:off x="3197160" y="29613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76;p 9"/>
          <p:cNvSpPr/>
          <p:nvPr/>
        </p:nvSpPr>
        <p:spPr>
          <a:xfrm>
            <a:off x="3197160" y="45374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77;p 9"/>
          <p:cNvSpPr/>
          <p:nvPr/>
        </p:nvSpPr>
        <p:spPr>
          <a:xfrm>
            <a:off x="3197160" y="61131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Google Shape;78;p 9"/>
          <p:cNvSpPr/>
          <p:nvPr/>
        </p:nvSpPr>
        <p:spPr>
          <a:xfrm>
            <a:off x="3197160" y="7689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79;p 9"/>
          <p:cNvSpPr/>
          <p:nvPr/>
        </p:nvSpPr>
        <p:spPr>
          <a:xfrm>
            <a:off x="3197160" y="92649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" name="Google Shape;80;p 9"/>
          <p:cNvCxnSpPr/>
          <p:nvPr/>
        </p:nvCxnSpPr>
        <p:spPr>
          <a:xfrm>
            <a:off x="5607720" y="16257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9" name="Google Shape;81;p 9"/>
          <p:cNvCxnSpPr/>
          <p:nvPr/>
        </p:nvCxnSpPr>
        <p:spPr>
          <a:xfrm>
            <a:off x="5607720" y="32018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0" name="Google Shape;82;p 9"/>
          <p:cNvCxnSpPr/>
          <p:nvPr/>
        </p:nvCxnSpPr>
        <p:spPr>
          <a:xfrm>
            <a:off x="5607720" y="47775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1" name="Google Shape;83;p 9"/>
          <p:cNvCxnSpPr/>
          <p:nvPr/>
        </p:nvCxnSpPr>
        <p:spPr>
          <a:xfrm>
            <a:off x="5607720" y="63536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2" name="Google Shape;84;p 9"/>
          <p:cNvCxnSpPr/>
          <p:nvPr/>
        </p:nvCxnSpPr>
        <p:spPr>
          <a:xfrm>
            <a:off x="5607720" y="79293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" name="Google Shape;85;p 9"/>
          <p:cNvCxnSpPr/>
          <p:nvPr/>
        </p:nvCxnSpPr>
        <p:spPr>
          <a:xfrm>
            <a:off x="5607720" y="95054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64" name="Google Shape;86;p 53"/>
          <p:cNvSpPr/>
          <p:nvPr/>
        </p:nvSpPr>
        <p:spPr>
          <a:xfrm>
            <a:off x="167400" y="801720"/>
            <a:ext cx="2408040" cy="263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87;p 47"/>
          <p:cNvSpPr/>
          <p:nvPr/>
        </p:nvSpPr>
        <p:spPr>
          <a:xfrm>
            <a:off x="141120" y="7302600"/>
            <a:ext cx="2434320" cy="2773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Google Shape;91;p 9"/>
          <p:cNvCxnSpPr/>
          <p:nvPr/>
        </p:nvCxnSpPr>
        <p:spPr>
          <a:xfrm>
            <a:off x="2874240" y="-28440"/>
            <a:ext cx="2880" cy="108597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7" name="Google Shape;92;p 6"/>
          <p:cNvSpPr/>
          <p:nvPr/>
        </p:nvSpPr>
        <p:spPr>
          <a:xfrm>
            <a:off x="167400" y="3894840"/>
            <a:ext cx="2434320" cy="2940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Google Shape;66;p 10"/>
          <p:cNvCxnSpPr/>
          <p:nvPr/>
        </p:nvCxnSpPr>
        <p:spPr>
          <a:xfrm>
            <a:off x="5944680" y="-31320"/>
            <a:ext cx="288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9" name="Google Shape;67;p 10"/>
          <p:cNvSpPr/>
          <p:nvPr/>
        </p:nvSpPr>
        <p:spPr>
          <a:xfrm>
            <a:off x="319716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68;p 10"/>
          <p:cNvSpPr/>
          <p:nvPr/>
        </p:nvSpPr>
        <p:spPr>
          <a:xfrm>
            <a:off x="628164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69;p 10"/>
          <p:cNvSpPr/>
          <p:nvPr/>
        </p:nvSpPr>
        <p:spPr>
          <a:xfrm>
            <a:off x="936612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70;p 10"/>
          <p:cNvSpPr/>
          <p:nvPr/>
        </p:nvSpPr>
        <p:spPr>
          <a:xfrm>
            <a:off x="1239588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71;p 10"/>
          <p:cNvSpPr/>
          <p:nvPr/>
        </p:nvSpPr>
        <p:spPr>
          <a:xfrm>
            <a:off x="1553256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72;p 10"/>
          <p:cNvSpPr/>
          <p:nvPr/>
        </p:nvSpPr>
        <p:spPr>
          <a:xfrm>
            <a:off x="1866888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73;p 10"/>
          <p:cNvSpPr/>
          <p:nvPr/>
        </p:nvSpPr>
        <p:spPr>
          <a:xfrm>
            <a:off x="16740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74;p 10"/>
          <p:cNvSpPr/>
          <p:nvPr/>
        </p:nvSpPr>
        <p:spPr>
          <a:xfrm>
            <a:off x="3197160" y="13856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75;p 10"/>
          <p:cNvSpPr/>
          <p:nvPr/>
        </p:nvSpPr>
        <p:spPr>
          <a:xfrm>
            <a:off x="3197160" y="29613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76;p 10"/>
          <p:cNvSpPr/>
          <p:nvPr/>
        </p:nvSpPr>
        <p:spPr>
          <a:xfrm>
            <a:off x="3197160" y="45374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77;p 10"/>
          <p:cNvSpPr/>
          <p:nvPr/>
        </p:nvSpPr>
        <p:spPr>
          <a:xfrm>
            <a:off x="3197160" y="61131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78;p 10"/>
          <p:cNvSpPr/>
          <p:nvPr/>
        </p:nvSpPr>
        <p:spPr>
          <a:xfrm>
            <a:off x="3197160" y="7689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79;p 10"/>
          <p:cNvSpPr/>
          <p:nvPr/>
        </p:nvSpPr>
        <p:spPr>
          <a:xfrm>
            <a:off x="3197160" y="92649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80;p 10"/>
          <p:cNvCxnSpPr/>
          <p:nvPr/>
        </p:nvCxnSpPr>
        <p:spPr>
          <a:xfrm>
            <a:off x="5607720" y="16257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3" name="Google Shape;81;p 10"/>
          <p:cNvCxnSpPr/>
          <p:nvPr/>
        </p:nvCxnSpPr>
        <p:spPr>
          <a:xfrm>
            <a:off x="5607720" y="32018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4" name="Google Shape;82;p 10"/>
          <p:cNvCxnSpPr/>
          <p:nvPr/>
        </p:nvCxnSpPr>
        <p:spPr>
          <a:xfrm>
            <a:off x="5607720" y="47775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5" name="Google Shape;83;p 10"/>
          <p:cNvCxnSpPr/>
          <p:nvPr/>
        </p:nvCxnSpPr>
        <p:spPr>
          <a:xfrm>
            <a:off x="5607720" y="63536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6" name="Google Shape;84;p 10"/>
          <p:cNvCxnSpPr/>
          <p:nvPr/>
        </p:nvCxnSpPr>
        <p:spPr>
          <a:xfrm>
            <a:off x="5607720" y="79293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7" name="Google Shape;85;p 10"/>
          <p:cNvCxnSpPr/>
          <p:nvPr/>
        </p:nvCxnSpPr>
        <p:spPr>
          <a:xfrm>
            <a:off x="5607720" y="95054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88" name="Google Shape;86;p 55"/>
          <p:cNvSpPr/>
          <p:nvPr/>
        </p:nvSpPr>
        <p:spPr>
          <a:xfrm>
            <a:off x="167400" y="801720"/>
            <a:ext cx="2408040" cy="263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7;p 48"/>
          <p:cNvSpPr/>
          <p:nvPr/>
        </p:nvSpPr>
        <p:spPr>
          <a:xfrm>
            <a:off x="141120" y="7302600"/>
            <a:ext cx="2434320" cy="2773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" name="Google Shape;91;p 10"/>
          <p:cNvCxnSpPr/>
          <p:nvPr/>
        </p:nvCxnSpPr>
        <p:spPr>
          <a:xfrm>
            <a:off x="2874240" y="-28440"/>
            <a:ext cx="2880" cy="108597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91" name="Google Shape;92;p 7"/>
          <p:cNvSpPr/>
          <p:nvPr/>
        </p:nvSpPr>
        <p:spPr>
          <a:xfrm>
            <a:off x="167400" y="3894840"/>
            <a:ext cx="2434320" cy="2940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2" name="Google Shape;66;p 11"/>
          <p:cNvCxnSpPr/>
          <p:nvPr/>
        </p:nvCxnSpPr>
        <p:spPr>
          <a:xfrm>
            <a:off x="5944680" y="-31320"/>
            <a:ext cx="288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93" name="Google Shape;67;p 11"/>
          <p:cNvSpPr/>
          <p:nvPr/>
        </p:nvSpPr>
        <p:spPr>
          <a:xfrm>
            <a:off x="319716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68;p 11"/>
          <p:cNvSpPr/>
          <p:nvPr/>
        </p:nvSpPr>
        <p:spPr>
          <a:xfrm>
            <a:off x="628164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69;p 11"/>
          <p:cNvSpPr/>
          <p:nvPr/>
        </p:nvSpPr>
        <p:spPr>
          <a:xfrm>
            <a:off x="936612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70;p 11"/>
          <p:cNvSpPr/>
          <p:nvPr/>
        </p:nvSpPr>
        <p:spPr>
          <a:xfrm>
            <a:off x="1239588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71;p 11"/>
          <p:cNvSpPr/>
          <p:nvPr/>
        </p:nvSpPr>
        <p:spPr>
          <a:xfrm>
            <a:off x="1553256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72;p 11"/>
          <p:cNvSpPr/>
          <p:nvPr/>
        </p:nvSpPr>
        <p:spPr>
          <a:xfrm>
            <a:off x="1866888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73;p 11"/>
          <p:cNvSpPr/>
          <p:nvPr/>
        </p:nvSpPr>
        <p:spPr>
          <a:xfrm>
            <a:off x="167400" y="84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74;p 11"/>
          <p:cNvSpPr/>
          <p:nvPr/>
        </p:nvSpPr>
        <p:spPr>
          <a:xfrm>
            <a:off x="3197160" y="13856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75;p 11"/>
          <p:cNvSpPr/>
          <p:nvPr/>
        </p:nvSpPr>
        <p:spPr>
          <a:xfrm>
            <a:off x="3197160" y="29613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76;p 11"/>
          <p:cNvSpPr/>
          <p:nvPr/>
        </p:nvSpPr>
        <p:spPr>
          <a:xfrm>
            <a:off x="3197160" y="45374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77;p 11"/>
          <p:cNvSpPr/>
          <p:nvPr/>
        </p:nvSpPr>
        <p:spPr>
          <a:xfrm>
            <a:off x="3197160" y="61131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78;p 11"/>
          <p:cNvSpPr/>
          <p:nvPr/>
        </p:nvSpPr>
        <p:spPr>
          <a:xfrm>
            <a:off x="3197160" y="768924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79;p 11"/>
          <p:cNvSpPr/>
          <p:nvPr/>
        </p:nvSpPr>
        <p:spPr>
          <a:xfrm>
            <a:off x="3197160" y="9264960"/>
            <a:ext cx="2408040" cy="4780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Google Shape;80;p 11"/>
          <p:cNvCxnSpPr/>
          <p:nvPr/>
        </p:nvCxnSpPr>
        <p:spPr>
          <a:xfrm>
            <a:off x="5607720" y="16257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7" name="Google Shape;81;p 11"/>
          <p:cNvCxnSpPr/>
          <p:nvPr/>
        </p:nvCxnSpPr>
        <p:spPr>
          <a:xfrm>
            <a:off x="5607720" y="32018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8" name="Google Shape;82;p 11"/>
          <p:cNvCxnSpPr/>
          <p:nvPr/>
        </p:nvCxnSpPr>
        <p:spPr>
          <a:xfrm>
            <a:off x="5607720" y="47775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9" name="Google Shape;83;p 11"/>
          <p:cNvCxnSpPr/>
          <p:nvPr/>
        </p:nvCxnSpPr>
        <p:spPr>
          <a:xfrm>
            <a:off x="5607720" y="63536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10" name="Google Shape;84;p 11"/>
          <p:cNvCxnSpPr/>
          <p:nvPr/>
        </p:nvCxnSpPr>
        <p:spPr>
          <a:xfrm>
            <a:off x="5607720" y="792936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11" name="Google Shape;85;p 11"/>
          <p:cNvCxnSpPr/>
          <p:nvPr/>
        </p:nvCxnSpPr>
        <p:spPr>
          <a:xfrm>
            <a:off x="5607720" y="9505440"/>
            <a:ext cx="16045200" cy="28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12" name="Google Shape;86;p 56"/>
          <p:cNvSpPr/>
          <p:nvPr/>
        </p:nvSpPr>
        <p:spPr>
          <a:xfrm>
            <a:off x="167400" y="801720"/>
            <a:ext cx="2408040" cy="263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87;p 49"/>
          <p:cNvSpPr/>
          <p:nvPr/>
        </p:nvSpPr>
        <p:spPr>
          <a:xfrm>
            <a:off x="141120" y="7302600"/>
            <a:ext cx="2434320" cy="2773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Google Shape;91;p 11"/>
          <p:cNvCxnSpPr/>
          <p:nvPr/>
        </p:nvCxnSpPr>
        <p:spPr>
          <a:xfrm>
            <a:off x="2874240" y="-28440"/>
            <a:ext cx="2880" cy="108597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5" name="Google Shape;92;p 8"/>
          <p:cNvSpPr/>
          <p:nvPr/>
        </p:nvSpPr>
        <p:spPr>
          <a:xfrm>
            <a:off x="167400" y="3894840"/>
            <a:ext cx="2434320" cy="2940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221;p20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Google Shape;222;p20"/>
          <p:cNvSpPr txBox="1"/>
          <p:nvPr/>
        </p:nvSpPr>
        <p:spPr>
          <a:xfrm>
            <a:off x="814320" y="3300840"/>
            <a:ext cx="19955160" cy="4196160"/>
          </a:xfrm>
          <a:prstGeom prst="rect">
            <a:avLst/>
          </a:prstGeom>
        </p:spPr>
        <p:txBody>
          <a:bodyPr wrap="none" lIns="490680" rIns="4906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9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75;p15"/>
          <p:cNvSpPr/>
          <p:nvPr/>
        </p:nvSpPr>
        <p:spPr>
          <a:xfrm>
            <a:off x="3197160" y="29613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76;p15"/>
          <p:cNvSpPr/>
          <p:nvPr/>
        </p:nvSpPr>
        <p:spPr>
          <a:xfrm>
            <a:off x="3197160" y="45374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77;p15"/>
          <p:cNvSpPr/>
          <p:nvPr/>
        </p:nvSpPr>
        <p:spPr>
          <a:xfrm>
            <a:off x="3197160" y="61131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78;p15"/>
          <p:cNvSpPr/>
          <p:nvPr/>
        </p:nvSpPr>
        <p:spPr>
          <a:xfrm>
            <a:off x="3197160" y="7689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2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3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4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5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6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7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8" name="Google Shape;86;p15"/>
          <p:cNvSpPr/>
          <p:nvPr/>
        </p:nvSpPr>
        <p:spPr>
          <a:xfrm>
            <a:off x="167400" y="801720"/>
            <a:ext cx="2408400" cy="26380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0" name="Google Shape;92;p15"/>
          <p:cNvSpPr/>
          <p:nvPr/>
        </p:nvSpPr>
        <p:spPr>
          <a:xfrm>
            <a:off x="167400" y="3894840"/>
            <a:ext cx="2434680" cy="26380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7;p15"/>
          <p:cNvSpPr/>
          <p:nvPr/>
        </p:nvSpPr>
        <p:spPr>
          <a:xfrm>
            <a:off x="29520" y="13856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87;p15"/>
          <p:cNvSpPr/>
          <p:nvPr/>
        </p:nvSpPr>
        <p:spPr>
          <a:xfrm>
            <a:off x="984600" y="148068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4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75;p15"/>
          <p:cNvSpPr/>
          <p:nvPr/>
        </p:nvSpPr>
        <p:spPr>
          <a:xfrm>
            <a:off x="3197160" y="29613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76;p15"/>
          <p:cNvSpPr/>
          <p:nvPr/>
        </p:nvSpPr>
        <p:spPr>
          <a:xfrm>
            <a:off x="3197160" y="45374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77;p15"/>
          <p:cNvSpPr/>
          <p:nvPr/>
        </p:nvSpPr>
        <p:spPr>
          <a:xfrm>
            <a:off x="3197160" y="61131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78;p15"/>
          <p:cNvSpPr/>
          <p:nvPr/>
        </p:nvSpPr>
        <p:spPr>
          <a:xfrm>
            <a:off x="3197160" y="7689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7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8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9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0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1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2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63" name="Google Shape;86;p15"/>
          <p:cNvSpPr/>
          <p:nvPr/>
        </p:nvSpPr>
        <p:spPr>
          <a:xfrm>
            <a:off x="6235200" y="1330920"/>
            <a:ext cx="2408400" cy="40744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4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5" name="Google Shape;92;p15"/>
          <p:cNvSpPr/>
          <p:nvPr/>
        </p:nvSpPr>
        <p:spPr>
          <a:xfrm>
            <a:off x="6240960" y="6022080"/>
            <a:ext cx="2434680" cy="41745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87;p15"/>
          <p:cNvSpPr/>
          <p:nvPr/>
        </p:nvSpPr>
        <p:spPr>
          <a:xfrm>
            <a:off x="12691080" y="7196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87;p15"/>
          <p:cNvSpPr/>
          <p:nvPr/>
        </p:nvSpPr>
        <p:spPr>
          <a:xfrm>
            <a:off x="9609840" y="6800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87;p15"/>
          <p:cNvSpPr/>
          <p:nvPr/>
        </p:nvSpPr>
        <p:spPr>
          <a:xfrm>
            <a:off x="12691080" y="212220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87;p15"/>
          <p:cNvSpPr/>
          <p:nvPr/>
        </p:nvSpPr>
        <p:spPr>
          <a:xfrm>
            <a:off x="12691080" y="337212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87;p15"/>
          <p:cNvSpPr/>
          <p:nvPr/>
        </p:nvSpPr>
        <p:spPr>
          <a:xfrm>
            <a:off x="12691080" y="500616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87;p15"/>
          <p:cNvSpPr/>
          <p:nvPr/>
        </p:nvSpPr>
        <p:spPr>
          <a:xfrm>
            <a:off x="12663360" y="663192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87;p15"/>
          <p:cNvSpPr/>
          <p:nvPr/>
        </p:nvSpPr>
        <p:spPr>
          <a:xfrm>
            <a:off x="12663360" y="827640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87;p15"/>
          <p:cNvSpPr/>
          <p:nvPr/>
        </p:nvSpPr>
        <p:spPr>
          <a:xfrm>
            <a:off x="9609840" y="228312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87;p15"/>
          <p:cNvSpPr/>
          <p:nvPr/>
        </p:nvSpPr>
        <p:spPr>
          <a:xfrm>
            <a:off x="9609840" y="378216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87;p15"/>
          <p:cNvSpPr/>
          <p:nvPr/>
        </p:nvSpPr>
        <p:spPr>
          <a:xfrm>
            <a:off x="9621000" y="52070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87;p15"/>
          <p:cNvSpPr/>
          <p:nvPr/>
        </p:nvSpPr>
        <p:spPr>
          <a:xfrm>
            <a:off x="9609840" y="672552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87;p15"/>
          <p:cNvSpPr/>
          <p:nvPr/>
        </p:nvSpPr>
        <p:spPr>
          <a:xfrm>
            <a:off x="9582120" y="830160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9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75;p15"/>
          <p:cNvSpPr/>
          <p:nvPr/>
        </p:nvSpPr>
        <p:spPr>
          <a:xfrm>
            <a:off x="3197160" y="29613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Google Shape;76;p15"/>
          <p:cNvSpPr/>
          <p:nvPr/>
        </p:nvSpPr>
        <p:spPr>
          <a:xfrm>
            <a:off x="3197160" y="45374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77;p15"/>
          <p:cNvSpPr/>
          <p:nvPr/>
        </p:nvSpPr>
        <p:spPr>
          <a:xfrm>
            <a:off x="3197160" y="61131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78;p15"/>
          <p:cNvSpPr/>
          <p:nvPr/>
        </p:nvSpPr>
        <p:spPr>
          <a:xfrm>
            <a:off x="3197160" y="7689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3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4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5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6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7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98" name="Google Shape;86;p15"/>
          <p:cNvSpPr/>
          <p:nvPr/>
        </p:nvSpPr>
        <p:spPr>
          <a:xfrm>
            <a:off x="6235200" y="1330920"/>
            <a:ext cx="2408400" cy="40744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9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00" name="Google Shape;92;p15"/>
          <p:cNvSpPr/>
          <p:nvPr/>
        </p:nvSpPr>
        <p:spPr>
          <a:xfrm>
            <a:off x="6240960" y="6022080"/>
            <a:ext cx="2434680" cy="41745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87;p15"/>
          <p:cNvSpPr/>
          <p:nvPr/>
        </p:nvSpPr>
        <p:spPr>
          <a:xfrm>
            <a:off x="19018800" y="6800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87;p15"/>
          <p:cNvSpPr/>
          <p:nvPr/>
        </p:nvSpPr>
        <p:spPr>
          <a:xfrm>
            <a:off x="12657600" y="7376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87;p15"/>
          <p:cNvSpPr/>
          <p:nvPr/>
        </p:nvSpPr>
        <p:spPr>
          <a:xfrm>
            <a:off x="19018800" y="208260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87;p15"/>
          <p:cNvSpPr/>
          <p:nvPr/>
        </p:nvSpPr>
        <p:spPr>
          <a:xfrm>
            <a:off x="19018800" y="333216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87;p15"/>
          <p:cNvSpPr/>
          <p:nvPr/>
        </p:nvSpPr>
        <p:spPr>
          <a:xfrm>
            <a:off x="19018800" y="496656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87;p15"/>
          <p:cNvSpPr/>
          <p:nvPr/>
        </p:nvSpPr>
        <p:spPr>
          <a:xfrm>
            <a:off x="18991080" y="659232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87;p15"/>
          <p:cNvSpPr/>
          <p:nvPr/>
        </p:nvSpPr>
        <p:spPr>
          <a:xfrm>
            <a:off x="18991080" y="82364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87;p15"/>
          <p:cNvSpPr/>
          <p:nvPr/>
        </p:nvSpPr>
        <p:spPr>
          <a:xfrm>
            <a:off x="12657600" y="234072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87;p15"/>
          <p:cNvSpPr/>
          <p:nvPr/>
        </p:nvSpPr>
        <p:spPr>
          <a:xfrm>
            <a:off x="12657600" y="383976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87;p15"/>
          <p:cNvSpPr/>
          <p:nvPr/>
        </p:nvSpPr>
        <p:spPr>
          <a:xfrm>
            <a:off x="12668400" y="52646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87;p15"/>
          <p:cNvSpPr/>
          <p:nvPr/>
        </p:nvSpPr>
        <p:spPr>
          <a:xfrm>
            <a:off x="12657600" y="678312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87;p15"/>
          <p:cNvSpPr/>
          <p:nvPr/>
        </p:nvSpPr>
        <p:spPr>
          <a:xfrm>
            <a:off x="12629880" y="8358840"/>
            <a:ext cx="1873440" cy="2290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Google Shape;222;p 1"/>
          <p:cNvSpPr txBox="1"/>
          <p:nvPr/>
        </p:nvSpPr>
        <p:spPr>
          <a:xfrm>
            <a:off x="814320" y="3300840"/>
            <a:ext cx="19955160" cy="4196160"/>
          </a:xfrm>
          <a:prstGeom prst="rect">
            <a:avLst/>
          </a:prstGeom>
        </p:spPr>
        <p:txBody>
          <a:bodyPr wrap="none" lIns="490680" rIns="4906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66;p 1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6" name="Google Shape;67;p 1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68;p 1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69;p 1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70;p 1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71;p 1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72;p 1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73;p 1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74;p 1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75;p 1"/>
          <p:cNvSpPr/>
          <p:nvPr/>
        </p:nvSpPr>
        <p:spPr>
          <a:xfrm>
            <a:off x="3197160" y="29613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76;p 1"/>
          <p:cNvSpPr/>
          <p:nvPr/>
        </p:nvSpPr>
        <p:spPr>
          <a:xfrm>
            <a:off x="3197160" y="45374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77;p 1"/>
          <p:cNvSpPr/>
          <p:nvPr/>
        </p:nvSpPr>
        <p:spPr>
          <a:xfrm>
            <a:off x="3197160" y="61131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78;p 1"/>
          <p:cNvSpPr/>
          <p:nvPr/>
        </p:nvSpPr>
        <p:spPr>
          <a:xfrm>
            <a:off x="3197160" y="7689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79;p 1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9" name="Google Shape;80;p 1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30" name="Google Shape;81;p 1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31" name="Google Shape;82;p 1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32" name="Google Shape;83;p 1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33" name="Google Shape;84;p 1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34" name="Google Shape;85;p 1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35" name="Google Shape;86;p 1"/>
          <p:cNvSpPr/>
          <p:nvPr/>
        </p:nvSpPr>
        <p:spPr>
          <a:xfrm>
            <a:off x="6235200" y="970920"/>
            <a:ext cx="2408400" cy="8926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6" name="Google Shape;91;p 1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37" name="Google Shape;87;p 1"/>
          <p:cNvSpPr/>
          <p:nvPr/>
        </p:nvSpPr>
        <p:spPr>
          <a:xfrm>
            <a:off x="18838800" y="122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87;p 12"/>
          <p:cNvSpPr/>
          <p:nvPr/>
        </p:nvSpPr>
        <p:spPr>
          <a:xfrm>
            <a:off x="12600000" y="9075960"/>
            <a:ext cx="1873440" cy="171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87;p 3"/>
          <p:cNvSpPr/>
          <p:nvPr/>
        </p:nvSpPr>
        <p:spPr>
          <a:xfrm>
            <a:off x="18900000" y="284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87;p 4"/>
          <p:cNvSpPr/>
          <p:nvPr/>
        </p:nvSpPr>
        <p:spPr>
          <a:xfrm>
            <a:off x="18838800" y="428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87;p 6"/>
          <p:cNvSpPr/>
          <p:nvPr/>
        </p:nvSpPr>
        <p:spPr>
          <a:xfrm>
            <a:off x="18838800" y="594000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87;p 7"/>
          <p:cNvSpPr/>
          <p:nvPr/>
        </p:nvSpPr>
        <p:spPr>
          <a:xfrm>
            <a:off x="18838800" y="752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87;p 14"/>
          <p:cNvSpPr/>
          <p:nvPr/>
        </p:nvSpPr>
        <p:spPr>
          <a:xfrm>
            <a:off x="18838800" y="914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87;p 15"/>
          <p:cNvSpPr/>
          <p:nvPr/>
        </p:nvSpPr>
        <p:spPr>
          <a:xfrm>
            <a:off x="12600360" y="7200000"/>
            <a:ext cx="1873440" cy="171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87;p 11"/>
          <p:cNvSpPr/>
          <p:nvPr/>
        </p:nvSpPr>
        <p:spPr>
          <a:xfrm>
            <a:off x="12657600" y="5478840"/>
            <a:ext cx="1873440" cy="171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87;p 2"/>
          <p:cNvSpPr/>
          <p:nvPr/>
        </p:nvSpPr>
        <p:spPr>
          <a:xfrm>
            <a:off x="12704400" y="3780000"/>
            <a:ext cx="1873440" cy="171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87;p 8"/>
          <p:cNvSpPr/>
          <p:nvPr/>
        </p:nvSpPr>
        <p:spPr>
          <a:xfrm>
            <a:off x="12704400" y="2238840"/>
            <a:ext cx="1873440" cy="171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87;p 9"/>
          <p:cNvSpPr/>
          <p:nvPr/>
        </p:nvSpPr>
        <p:spPr>
          <a:xfrm>
            <a:off x="12600000" y="618840"/>
            <a:ext cx="1873440" cy="171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66;p 2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50" name="Google Shape;67;p 2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68;p 2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69;p 2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70;p 2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71;p 2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72;p 2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73;p 2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74;p 2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75;p 2"/>
          <p:cNvSpPr/>
          <p:nvPr/>
        </p:nvSpPr>
        <p:spPr>
          <a:xfrm>
            <a:off x="3197160" y="29613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76;p 2"/>
          <p:cNvSpPr/>
          <p:nvPr/>
        </p:nvSpPr>
        <p:spPr>
          <a:xfrm>
            <a:off x="3197160" y="45374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77;p 2"/>
          <p:cNvSpPr/>
          <p:nvPr/>
        </p:nvSpPr>
        <p:spPr>
          <a:xfrm>
            <a:off x="3197160" y="61131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78;p 2"/>
          <p:cNvSpPr/>
          <p:nvPr/>
        </p:nvSpPr>
        <p:spPr>
          <a:xfrm>
            <a:off x="3197160" y="7689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Google Shape;79;p 2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3" name="Google Shape;80;p 2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64" name="Google Shape;81;p 2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65" name="Google Shape;82;p 2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66" name="Google Shape;83;p 2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67" name="Google Shape;84;p 2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68" name="Google Shape;85;p 2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69" name="Google Shape;86;p 2"/>
          <p:cNvSpPr/>
          <p:nvPr/>
        </p:nvSpPr>
        <p:spPr>
          <a:xfrm>
            <a:off x="6235200" y="970920"/>
            <a:ext cx="2408400" cy="9467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0" name="Google Shape;91;p 2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71" name="Google Shape;87;p 5"/>
          <p:cNvSpPr/>
          <p:nvPr/>
        </p:nvSpPr>
        <p:spPr>
          <a:xfrm>
            <a:off x="18838800" y="122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87;p 10"/>
          <p:cNvSpPr/>
          <p:nvPr/>
        </p:nvSpPr>
        <p:spPr>
          <a:xfrm>
            <a:off x="12539160" y="8869680"/>
            <a:ext cx="2158200" cy="1182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7;p 13"/>
          <p:cNvSpPr/>
          <p:nvPr/>
        </p:nvSpPr>
        <p:spPr>
          <a:xfrm>
            <a:off x="18900000" y="284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87;p 16"/>
          <p:cNvSpPr/>
          <p:nvPr/>
        </p:nvSpPr>
        <p:spPr>
          <a:xfrm>
            <a:off x="18838800" y="428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87;p 17"/>
          <p:cNvSpPr/>
          <p:nvPr/>
        </p:nvSpPr>
        <p:spPr>
          <a:xfrm>
            <a:off x="18838800" y="594000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87;p 18"/>
          <p:cNvSpPr/>
          <p:nvPr/>
        </p:nvSpPr>
        <p:spPr>
          <a:xfrm>
            <a:off x="18838800" y="752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87;p 19"/>
          <p:cNvSpPr/>
          <p:nvPr/>
        </p:nvSpPr>
        <p:spPr>
          <a:xfrm>
            <a:off x="18838800" y="9140040"/>
            <a:ext cx="1139040" cy="757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87;p 20"/>
          <p:cNvSpPr/>
          <p:nvPr/>
        </p:nvSpPr>
        <p:spPr>
          <a:xfrm>
            <a:off x="12600360" y="7560000"/>
            <a:ext cx="1873440" cy="727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87;p 22"/>
          <p:cNvSpPr/>
          <p:nvPr/>
        </p:nvSpPr>
        <p:spPr>
          <a:xfrm>
            <a:off x="12704400" y="3960000"/>
            <a:ext cx="1873440" cy="1438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87;p 23"/>
          <p:cNvSpPr/>
          <p:nvPr/>
        </p:nvSpPr>
        <p:spPr>
          <a:xfrm>
            <a:off x="12704400" y="2637000"/>
            <a:ext cx="1873440" cy="96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87;p 24"/>
          <p:cNvSpPr/>
          <p:nvPr/>
        </p:nvSpPr>
        <p:spPr>
          <a:xfrm>
            <a:off x="12704760" y="979200"/>
            <a:ext cx="1873440" cy="135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87;p 25"/>
          <p:cNvSpPr/>
          <p:nvPr/>
        </p:nvSpPr>
        <p:spPr>
          <a:xfrm>
            <a:off x="15840000" y="9000000"/>
            <a:ext cx="1873440" cy="1078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87;p 26"/>
          <p:cNvSpPr/>
          <p:nvPr/>
        </p:nvSpPr>
        <p:spPr>
          <a:xfrm>
            <a:off x="15840000" y="7380000"/>
            <a:ext cx="1873440" cy="117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Google Shape;87;p 27"/>
          <p:cNvSpPr/>
          <p:nvPr/>
        </p:nvSpPr>
        <p:spPr>
          <a:xfrm>
            <a:off x="15764760" y="5400000"/>
            <a:ext cx="1873440" cy="171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Google Shape;87;p 28"/>
          <p:cNvSpPr/>
          <p:nvPr/>
        </p:nvSpPr>
        <p:spPr>
          <a:xfrm>
            <a:off x="15764760" y="4140000"/>
            <a:ext cx="1873440" cy="99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Google Shape;87;p 29"/>
          <p:cNvSpPr/>
          <p:nvPr/>
        </p:nvSpPr>
        <p:spPr>
          <a:xfrm>
            <a:off x="15764760" y="2520000"/>
            <a:ext cx="1873440" cy="1078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30"/>
          <p:cNvSpPr/>
          <p:nvPr/>
        </p:nvSpPr>
        <p:spPr>
          <a:xfrm>
            <a:off x="15764760" y="1159200"/>
            <a:ext cx="1873440" cy="99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21"/>
          <p:cNvSpPr/>
          <p:nvPr/>
        </p:nvSpPr>
        <p:spPr>
          <a:xfrm>
            <a:off x="9540000" y="1080000"/>
            <a:ext cx="1873440" cy="96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31"/>
          <p:cNvSpPr/>
          <p:nvPr/>
        </p:nvSpPr>
        <p:spPr>
          <a:xfrm>
            <a:off x="9540000" y="2700000"/>
            <a:ext cx="1873440" cy="96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32"/>
          <p:cNvSpPr/>
          <p:nvPr/>
        </p:nvSpPr>
        <p:spPr>
          <a:xfrm>
            <a:off x="9540000" y="4320000"/>
            <a:ext cx="1873440" cy="96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33"/>
          <p:cNvSpPr/>
          <p:nvPr/>
        </p:nvSpPr>
        <p:spPr>
          <a:xfrm>
            <a:off x="9644760" y="5877000"/>
            <a:ext cx="1873440" cy="96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34"/>
          <p:cNvSpPr/>
          <p:nvPr/>
        </p:nvSpPr>
        <p:spPr>
          <a:xfrm>
            <a:off x="9720000" y="7380000"/>
            <a:ext cx="1873440" cy="96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35"/>
          <p:cNvSpPr/>
          <p:nvPr/>
        </p:nvSpPr>
        <p:spPr>
          <a:xfrm>
            <a:off x="9824760" y="9117000"/>
            <a:ext cx="1873440" cy="96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4" name="Google Shape;66;p 3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5" name="Google Shape;67;p 3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68;p 3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69;p 3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Google Shape;70;p 3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71;p 3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72;p 3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73;p 3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4;p 3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5;p 3"/>
          <p:cNvSpPr/>
          <p:nvPr/>
        </p:nvSpPr>
        <p:spPr>
          <a:xfrm>
            <a:off x="3197160" y="29613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6;p 3"/>
          <p:cNvSpPr/>
          <p:nvPr/>
        </p:nvSpPr>
        <p:spPr>
          <a:xfrm>
            <a:off x="3197160" y="45374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7;p 3"/>
          <p:cNvSpPr/>
          <p:nvPr/>
        </p:nvSpPr>
        <p:spPr>
          <a:xfrm>
            <a:off x="3197160" y="61131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8;p 3"/>
          <p:cNvSpPr/>
          <p:nvPr/>
        </p:nvSpPr>
        <p:spPr>
          <a:xfrm>
            <a:off x="3197160" y="7689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9;p 3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8" name="Google Shape;80;p 3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09" name="Google Shape;81;p 3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0" name="Google Shape;82;p 3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1" name="Google Shape;83;p 3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2" name="Google Shape;84;p 3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5;p 3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4" name="Google Shape;86;p 3"/>
          <p:cNvSpPr/>
          <p:nvPr/>
        </p:nvSpPr>
        <p:spPr>
          <a:xfrm>
            <a:off x="6235200" y="970920"/>
            <a:ext cx="2408400" cy="9467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5" name="Google Shape;91;p 3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16" name="Google Shape;87;p 36"/>
          <p:cNvSpPr/>
          <p:nvPr/>
        </p:nvSpPr>
        <p:spPr>
          <a:xfrm rot="33000">
            <a:off x="18352080" y="852480"/>
            <a:ext cx="2878920" cy="1292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Google Shape;87;p 38"/>
          <p:cNvSpPr/>
          <p:nvPr/>
        </p:nvSpPr>
        <p:spPr>
          <a:xfrm rot="33000">
            <a:off x="18352080" y="8833680"/>
            <a:ext cx="2878920" cy="1292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Google Shape;87;p 39"/>
          <p:cNvSpPr/>
          <p:nvPr/>
        </p:nvSpPr>
        <p:spPr>
          <a:xfrm rot="33000">
            <a:off x="18351720" y="7213680"/>
            <a:ext cx="2878920" cy="1292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Google Shape;87;p 40"/>
          <p:cNvSpPr/>
          <p:nvPr/>
        </p:nvSpPr>
        <p:spPr>
          <a:xfrm rot="33000">
            <a:off x="18351720" y="5593680"/>
            <a:ext cx="2878920" cy="1292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Google Shape;87;p 41"/>
          <p:cNvSpPr/>
          <p:nvPr/>
        </p:nvSpPr>
        <p:spPr>
          <a:xfrm rot="33000">
            <a:off x="18351720" y="4092480"/>
            <a:ext cx="2878920" cy="1292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42"/>
          <p:cNvSpPr/>
          <p:nvPr/>
        </p:nvSpPr>
        <p:spPr>
          <a:xfrm rot="33000">
            <a:off x="18351720" y="2533680"/>
            <a:ext cx="2878920" cy="1292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3" name="Google Shape;222;p 1"/>
          <p:cNvSpPr txBox="1"/>
          <p:nvPr/>
        </p:nvSpPr>
        <p:spPr>
          <a:xfrm>
            <a:off x="814320" y="3300840"/>
            <a:ext cx="19955160" cy="4196160"/>
          </a:xfrm>
          <a:prstGeom prst="rect">
            <a:avLst/>
          </a:prstGeom>
        </p:spPr>
        <p:txBody>
          <a:bodyPr wrap="none" lIns="490680" rIns="4906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4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5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75;p15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76;p15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77;p15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78;p15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8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39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40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41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42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43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44" name="Google Shape;86;p15"/>
          <p:cNvSpPr/>
          <p:nvPr/>
        </p:nvSpPr>
        <p:spPr>
          <a:xfrm>
            <a:off x="6396120" y="1257120"/>
            <a:ext cx="2434680" cy="3836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87;p15"/>
          <p:cNvSpPr/>
          <p:nvPr/>
        </p:nvSpPr>
        <p:spPr>
          <a:xfrm>
            <a:off x="167400" y="6967080"/>
            <a:ext cx="2434680" cy="2774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6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7" name="Google Shape;92;p15"/>
          <p:cNvSpPr/>
          <p:nvPr/>
        </p:nvSpPr>
        <p:spPr>
          <a:xfrm>
            <a:off x="6422400" y="6126120"/>
            <a:ext cx="2434680" cy="3615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86;p15"/>
          <p:cNvSpPr/>
          <p:nvPr/>
        </p:nvSpPr>
        <p:spPr>
          <a:xfrm>
            <a:off x="9366120" y="1257120"/>
            <a:ext cx="24346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Rectangle 1"/>
          <p:cNvSpPr/>
          <p:nvPr/>
        </p:nvSpPr>
        <p:spPr>
          <a:xfrm>
            <a:off x="0" y="0"/>
            <a:ext cx="215982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86;p15"/>
          <p:cNvSpPr/>
          <p:nvPr/>
        </p:nvSpPr>
        <p:spPr>
          <a:xfrm>
            <a:off x="9366120" y="262296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86;p15"/>
          <p:cNvSpPr/>
          <p:nvPr/>
        </p:nvSpPr>
        <p:spPr>
          <a:xfrm>
            <a:off x="9366120" y="416772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86;p15"/>
          <p:cNvSpPr/>
          <p:nvPr/>
        </p:nvSpPr>
        <p:spPr>
          <a:xfrm>
            <a:off x="9366120" y="612612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86;p15"/>
          <p:cNvSpPr/>
          <p:nvPr/>
        </p:nvSpPr>
        <p:spPr>
          <a:xfrm>
            <a:off x="9366120" y="758124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86;p15"/>
          <p:cNvSpPr/>
          <p:nvPr/>
        </p:nvSpPr>
        <p:spPr>
          <a:xfrm>
            <a:off x="9366120" y="903636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86;p15"/>
          <p:cNvSpPr/>
          <p:nvPr/>
        </p:nvSpPr>
        <p:spPr>
          <a:xfrm>
            <a:off x="167400" y="163944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86;p15"/>
          <p:cNvSpPr/>
          <p:nvPr/>
        </p:nvSpPr>
        <p:spPr>
          <a:xfrm>
            <a:off x="184320" y="356832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7" name="Google Shape;66;p 6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58" name="Google Shape;67;p 6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68;p 6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69;p 6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70;p 6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Google Shape;71;p 6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Google Shape;72;p 6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Google Shape;73;p 6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Google Shape;74;p 6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75;p 6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76;p 6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77;p 6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78;p 6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79;p 6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1" name="Google Shape;80;p 6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72" name="Google Shape;81;p 6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73" name="Google Shape;82;p 6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74" name="Google Shape;83;p 6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75" name="Google Shape;84;p 6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76" name="Google Shape;85;p 6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77" name="Google Shape;86;p 23"/>
          <p:cNvSpPr/>
          <p:nvPr/>
        </p:nvSpPr>
        <p:spPr>
          <a:xfrm>
            <a:off x="6396120" y="1257120"/>
            <a:ext cx="2434680" cy="3836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Google Shape;87;p 44"/>
          <p:cNvSpPr/>
          <p:nvPr/>
        </p:nvSpPr>
        <p:spPr>
          <a:xfrm>
            <a:off x="167400" y="6967080"/>
            <a:ext cx="2434680" cy="2774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9" name="Google Shape;91;p 6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80" name="Google Shape;92;p 1"/>
          <p:cNvSpPr/>
          <p:nvPr/>
        </p:nvSpPr>
        <p:spPr>
          <a:xfrm>
            <a:off x="6422400" y="6126120"/>
            <a:ext cx="2434680" cy="3615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86;p 25"/>
          <p:cNvSpPr/>
          <p:nvPr/>
        </p:nvSpPr>
        <p:spPr>
          <a:xfrm>
            <a:off x="15532560" y="5913360"/>
            <a:ext cx="24346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Rectangle 2"/>
          <p:cNvSpPr/>
          <p:nvPr/>
        </p:nvSpPr>
        <p:spPr>
          <a:xfrm>
            <a:off x="0" y="-228600"/>
            <a:ext cx="788904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86;p 26"/>
          <p:cNvSpPr/>
          <p:nvPr/>
        </p:nvSpPr>
        <p:spPr>
          <a:xfrm>
            <a:off x="15532560" y="755388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86;p 27"/>
          <p:cNvSpPr/>
          <p:nvPr/>
        </p:nvSpPr>
        <p:spPr>
          <a:xfrm>
            <a:off x="15536880" y="912852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Google Shape;86;p 28"/>
          <p:cNvSpPr/>
          <p:nvPr/>
        </p:nvSpPr>
        <p:spPr>
          <a:xfrm>
            <a:off x="15532560" y="112716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86;p 29"/>
          <p:cNvSpPr/>
          <p:nvPr/>
        </p:nvSpPr>
        <p:spPr>
          <a:xfrm>
            <a:off x="15532560" y="272664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86;p 30"/>
          <p:cNvSpPr/>
          <p:nvPr/>
        </p:nvSpPr>
        <p:spPr>
          <a:xfrm>
            <a:off x="15532560" y="431712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Google Shape;86;p 31"/>
          <p:cNvSpPr/>
          <p:nvPr/>
        </p:nvSpPr>
        <p:spPr>
          <a:xfrm>
            <a:off x="12424680" y="138240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Google Shape;86;p 32"/>
          <p:cNvSpPr/>
          <p:nvPr/>
        </p:nvSpPr>
        <p:spPr>
          <a:xfrm>
            <a:off x="12395880" y="594000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Google Shape;86;p 33"/>
          <p:cNvSpPr/>
          <p:nvPr/>
        </p:nvSpPr>
        <p:spPr>
          <a:xfrm>
            <a:off x="12424680" y="277560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Google Shape;86;p 34"/>
          <p:cNvSpPr/>
          <p:nvPr/>
        </p:nvSpPr>
        <p:spPr>
          <a:xfrm>
            <a:off x="12395880" y="432936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Google Shape;86;p 35"/>
          <p:cNvSpPr/>
          <p:nvPr/>
        </p:nvSpPr>
        <p:spPr>
          <a:xfrm>
            <a:off x="12395880" y="907920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Google Shape;86;p 36"/>
          <p:cNvSpPr/>
          <p:nvPr/>
        </p:nvSpPr>
        <p:spPr>
          <a:xfrm>
            <a:off x="12424680" y="738576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4" name="Google Shape;66;p 7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95" name="Google Shape;67;p 7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Google Shape;68;p 7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Google Shape;69;p 7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Google Shape;70;p 7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Google Shape;71;p 7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72;p 7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Google Shape;73;p 7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Google Shape;74;p 7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Google Shape;75;p 7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Google Shape;76;p 7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Google Shape;77;p 7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Google Shape;78;p 7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79;p 7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8" name="Google Shape;80;p 7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09" name="Google Shape;81;p 7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10" name="Google Shape;82;p 7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11" name="Google Shape;83;p 7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12" name="Google Shape;84;p 7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13" name="Google Shape;85;p 7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14" name="Google Shape;86;p 19"/>
          <p:cNvSpPr/>
          <p:nvPr/>
        </p:nvSpPr>
        <p:spPr>
          <a:xfrm>
            <a:off x="6396120" y="1257120"/>
            <a:ext cx="2434680" cy="3836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Google Shape;87;p 45"/>
          <p:cNvSpPr/>
          <p:nvPr/>
        </p:nvSpPr>
        <p:spPr>
          <a:xfrm>
            <a:off x="167400" y="6967080"/>
            <a:ext cx="2434680" cy="2774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6" name="Google Shape;91;p 7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17" name="Google Shape;92;p 4"/>
          <p:cNvSpPr/>
          <p:nvPr/>
        </p:nvSpPr>
        <p:spPr>
          <a:xfrm>
            <a:off x="6422400" y="6126120"/>
            <a:ext cx="2434680" cy="3615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Google Shape;86;p 20"/>
          <p:cNvSpPr/>
          <p:nvPr/>
        </p:nvSpPr>
        <p:spPr>
          <a:xfrm>
            <a:off x="18668880" y="1203840"/>
            <a:ext cx="24346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Rectangle 5"/>
          <p:cNvSpPr/>
          <p:nvPr/>
        </p:nvSpPr>
        <p:spPr>
          <a:xfrm>
            <a:off x="0" y="-228600"/>
            <a:ext cx="788904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oogle Shape;86;p 21"/>
          <p:cNvSpPr/>
          <p:nvPr/>
        </p:nvSpPr>
        <p:spPr>
          <a:xfrm>
            <a:off x="18668880" y="262296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Google Shape;86;p 22"/>
          <p:cNvSpPr/>
          <p:nvPr/>
        </p:nvSpPr>
        <p:spPr>
          <a:xfrm>
            <a:off x="18668880" y="426528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Google Shape;86;p 37"/>
          <p:cNvSpPr/>
          <p:nvPr/>
        </p:nvSpPr>
        <p:spPr>
          <a:xfrm>
            <a:off x="18668880" y="585000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Google Shape;86;p 38"/>
          <p:cNvSpPr/>
          <p:nvPr/>
        </p:nvSpPr>
        <p:spPr>
          <a:xfrm>
            <a:off x="18668880" y="889020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86;p 39"/>
          <p:cNvSpPr/>
          <p:nvPr/>
        </p:nvSpPr>
        <p:spPr>
          <a:xfrm>
            <a:off x="18668880" y="7389720"/>
            <a:ext cx="2434680" cy="1156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Google Shape;86;p 41"/>
          <p:cNvSpPr/>
          <p:nvPr/>
        </p:nvSpPr>
        <p:spPr>
          <a:xfrm>
            <a:off x="12424680" y="138240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Google Shape;86;p 42"/>
          <p:cNvSpPr/>
          <p:nvPr/>
        </p:nvSpPr>
        <p:spPr>
          <a:xfrm>
            <a:off x="12395880" y="594000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Google Shape;86;p 43"/>
          <p:cNvSpPr/>
          <p:nvPr/>
        </p:nvSpPr>
        <p:spPr>
          <a:xfrm>
            <a:off x="12424680" y="277560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Google Shape;86;p 44"/>
          <p:cNvSpPr/>
          <p:nvPr/>
        </p:nvSpPr>
        <p:spPr>
          <a:xfrm>
            <a:off x="12395880" y="432936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Google Shape;86;p 45"/>
          <p:cNvSpPr/>
          <p:nvPr/>
        </p:nvSpPr>
        <p:spPr>
          <a:xfrm>
            <a:off x="12395880" y="907920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Google Shape;86;p 46"/>
          <p:cNvSpPr/>
          <p:nvPr/>
        </p:nvSpPr>
        <p:spPr>
          <a:xfrm>
            <a:off x="12424680" y="738576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Google Shape;222;p 1"/>
          <p:cNvSpPr txBox="1"/>
          <p:nvPr/>
        </p:nvSpPr>
        <p:spPr>
          <a:xfrm>
            <a:off x="814320" y="3300840"/>
            <a:ext cx="19955160" cy="4196160"/>
          </a:xfrm>
          <a:prstGeom prst="rect">
            <a:avLst/>
          </a:prstGeom>
        </p:spPr>
        <p:txBody>
          <a:bodyPr wrap="none" lIns="490680" rIns="4906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3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34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Google Shape;75;p15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Google Shape;76;p15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Google Shape;77;p15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Google Shape;78;p15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7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48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49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50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51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52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53" name="Google Shape;86;p15"/>
          <p:cNvSpPr/>
          <p:nvPr/>
        </p:nvSpPr>
        <p:spPr>
          <a:xfrm>
            <a:off x="6396120" y="1257120"/>
            <a:ext cx="2434680" cy="3836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Google Shape;87;p15"/>
          <p:cNvSpPr/>
          <p:nvPr/>
        </p:nvSpPr>
        <p:spPr>
          <a:xfrm>
            <a:off x="167400" y="6967080"/>
            <a:ext cx="2434680" cy="2774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5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56" name="Google Shape;92;p15"/>
          <p:cNvSpPr/>
          <p:nvPr/>
        </p:nvSpPr>
        <p:spPr>
          <a:xfrm>
            <a:off x="6422400" y="6126120"/>
            <a:ext cx="2434680" cy="3615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Rectangle 1"/>
          <p:cNvSpPr/>
          <p:nvPr/>
        </p:nvSpPr>
        <p:spPr>
          <a:xfrm>
            <a:off x="0" y="0"/>
            <a:ext cx="215982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86;p15"/>
          <p:cNvSpPr/>
          <p:nvPr/>
        </p:nvSpPr>
        <p:spPr>
          <a:xfrm>
            <a:off x="167400" y="163944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Google Shape;86;p15"/>
          <p:cNvSpPr/>
          <p:nvPr/>
        </p:nvSpPr>
        <p:spPr>
          <a:xfrm>
            <a:off x="184320" y="356832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86;p15"/>
          <p:cNvSpPr/>
          <p:nvPr/>
        </p:nvSpPr>
        <p:spPr>
          <a:xfrm>
            <a:off x="9143640" y="2887200"/>
            <a:ext cx="2853360" cy="1254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Google Shape;86;p15"/>
          <p:cNvSpPr/>
          <p:nvPr/>
        </p:nvSpPr>
        <p:spPr>
          <a:xfrm>
            <a:off x="9113760" y="4411800"/>
            <a:ext cx="2853360" cy="1254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86;p15"/>
          <p:cNvSpPr/>
          <p:nvPr/>
        </p:nvSpPr>
        <p:spPr>
          <a:xfrm>
            <a:off x="9161640" y="5826960"/>
            <a:ext cx="2853360" cy="1254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Google Shape;86;p15"/>
          <p:cNvSpPr/>
          <p:nvPr/>
        </p:nvSpPr>
        <p:spPr>
          <a:xfrm>
            <a:off x="9113760" y="7150680"/>
            <a:ext cx="2853360" cy="1254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Google Shape;86;p15"/>
          <p:cNvSpPr/>
          <p:nvPr/>
        </p:nvSpPr>
        <p:spPr>
          <a:xfrm>
            <a:off x="12335400" y="86760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Google Shape;86;p15"/>
          <p:cNvSpPr/>
          <p:nvPr/>
        </p:nvSpPr>
        <p:spPr>
          <a:xfrm>
            <a:off x="12233880" y="258768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Google Shape;86;p15"/>
          <p:cNvSpPr/>
          <p:nvPr/>
        </p:nvSpPr>
        <p:spPr>
          <a:xfrm>
            <a:off x="12319200" y="441180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Google Shape;86;p15"/>
          <p:cNvSpPr/>
          <p:nvPr/>
        </p:nvSpPr>
        <p:spPr>
          <a:xfrm>
            <a:off x="12380760" y="605196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Google Shape;86;p15"/>
          <p:cNvSpPr/>
          <p:nvPr/>
        </p:nvSpPr>
        <p:spPr>
          <a:xfrm>
            <a:off x="12330720" y="760464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Google Shape;86;p15"/>
          <p:cNvSpPr/>
          <p:nvPr/>
        </p:nvSpPr>
        <p:spPr>
          <a:xfrm>
            <a:off x="12181680" y="895140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Google Shape;86;p15"/>
          <p:cNvSpPr/>
          <p:nvPr/>
        </p:nvSpPr>
        <p:spPr>
          <a:xfrm>
            <a:off x="9263880" y="130932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Google Shape;86;p15"/>
          <p:cNvSpPr/>
          <p:nvPr/>
        </p:nvSpPr>
        <p:spPr>
          <a:xfrm>
            <a:off x="9432720" y="905904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2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73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Google Shape;75;p15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Google Shape;76;p15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Google Shape;77;p15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Google Shape;78;p15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6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7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8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9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0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1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92" name="Google Shape;86;p15"/>
          <p:cNvSpPr/>
          <p:nvPr/>
        </p:nvSpPr>
        <p:spPr>
          <a:xfrm>
            <a:off x="7658640" y="714960"/>
            <a:ext cx="1224720" cy="4204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3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94" name="Google Shape;92;p15"/>
          <p:cNvSpPr/>
          <p:nvPr/>
        </p:nvSpPr>
        <p:spPr>
          <a:xfrm>
            <a:off x="7695000" y="5102280"/>
            <a:ext cx="1187640" cy="5232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Rectangle 1"/>
          <p:cNvSpPr/>
          <p:nvPr/>
        </p:nvSpPr>
        <p:spPr>
          <a:xfrm>
            <a:off x="0" y="0"/>
            <a:ext cx="215982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Google Shape;86;p15"/>
          <p:cNvSpPr/>
          <p:nvPr/>
        </p:nvSpPr>
        <p:spPr>
          <a:xfrm>
            <a:off x="167400" y="163944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Google Shape;86;p15"/>
          <p:cNvSpPr/>
          <p:nvPr/>
        </p:nvSpPr>
        <p:spPr>
          <a:xfrm>
            <a:off x="184320" y="356832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Google Shape;86;p15"/>
          <p:cNvSpPr/>
          <p:nvPr/>
        </p:nvSpPr>
        <p:spPr>
          <a:xfrm>
            <a:off x="15395040" y="85968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Google Shape;86;p15"/>
          <p:cNvSpPr/>
          <p:nvPr/>
        </p:nvSpPr>
        <p:spPr>
          <a:xfrm>
            <a:off x="15293520" y="257976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Google Shape;86;p15"/>
          <p:cNvSpPr/>
          <p:nvPr/>
        </p:nvSpPr>
        <p:spPr>
          <a:xfrm>
            <a:off x="15378840" y="440388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Google Shape;86;p15"/>
          <p:cNvSpPr/>
          <p:nvPr/>
        </p:nvSpPr>
        <p:spPr>
          <a:xfrm>
            <a:off x="15440400" y="604440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Google Shape;86;p15"/>
          <p:cNvSpPr/>
          <p:nvPr/>
        </p:nvSpPr>
        <p:spPr>
          <a:xfrm>
            <a:off x="15390360" y="759672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Google Shape;86;p15"/>
          <p:cNvSpPr/>
          <p:nvPr/>
        </p:nvSpPr>
        <p:spPr>
          <a:xfrm>
            <a:off x="15241320" y="894348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Google Shape;86;p15"/>
          <p:cNvSpPr/>
          <p:nvPr/>
        </p:nvSpPr>
        <p:spPr>
          <a:xfrm>
            <a:off x="9299160" y="139536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Google Shape;86;p15"/>
          <p:cNvSpPr/>
          <p:nvPr/>
        </p:nvSpPr>
        <p:spPr>
          <a:xfrm>
            <a:off x="9462600" y="926496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Google Shape;87;p15"/>
          <p:cNvSpPr/>
          <p:nvPr/>
        </p:nvSpPr>
        <p:spPr>
          <a:xfrm>
            <a:off x="6135840" y="707040"/>
            <a:ext cx="1543680" cy="176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Google Shape;87;p15"/>
          <p:cNvSpPr/>
          <p:nvPr/>
        </p:nvSpPr>
        <p:spPr>
          <a:xfrm>
            <a:off x="6072480" y="8529480"/>
            <a:ext cx="1543680" cy="176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Google Shape;86;p15"/>
          <p:cNvSpPr/>
          <p:nvPr/>
        </p:nvSpPr>
        <p:spPr>
          <a:xfrm>
            <a:off x="12365640" y="77086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Google Shape;86;p15"/>
          <p:cNvSpPr/>
          <p:nvPr/>
        </p:nvSpPr>
        <p:spPr>
          <a:xfrm>
            <a:off x="12359520" y="59518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Google Shape;86;p15"/>
          <p:cNvSpPr/>
          <p:nvPr/>
        </p:nvSpPr>
        <p:spPr>
          <a:xfrm>
            <a:off x="12394440" y="433980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Google Shape;86;p15"/>
          <p:cNvSpPr/>
          <p:nvPr/>
        </p:nvSpPr>
        <p:spPr>
          <a:xfrm>
            <a:off x="12228840" y="287676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Google Shape;86;p15"/>
          <p:cNvSpPr/>
          <p:nvPr/>
        </p:nvSpPr>
        <p:spPr>
          <a:xfrm>
            <a:off x="9318600" y="76438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Google Shape;86;p15"/>
          <p:cNvSpPr/>
          <p:nvPr/>
        </p:nvSpPr>
        <p:spPr>
          <a:xfrm>
            <a:off x="9312480" y="58870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Google Shape;86;p15"/>
          <p:cNvSpPr/>
          <p:nvPr/>
        </p:nvSpPr>
        <p:spPr>
          <a:xfrm>
            <a:off x="9347400" y="427500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Google Shape;86;p15"/>
          <p:cNvSpPr/>
          <p:nvPr/>
        </p:nvSpPr>
        <p:spPr>
          <a:xfrm>
            <a:off x="9181800" y="281232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6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17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Google Shape;75;p15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Google Shape;76;p15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Google Shape;77;p15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78;p15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0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31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32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33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34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35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6" name="Google Shape;86;p15"/>
          <p:cNvSpPr/>
          <p:nvPr/>
        </p:nvSpPr>
        <p:spPr>
          <a:xfrm>
            <a:off x="7658640" y="714960"/>
            <a:ext cx="1224720" cy="4204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7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38" name="Google Shape;92;p15"/>
          <p:cNvSpPr/>
          <p:nvPr/>
        </p:nvSpPr>
        <p:spPr>
          <a:xfrm>
            <a:off x="7695000" y="5102280"/>
            <a:ext cx="1187640" cy="5232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Rectangle 1"/>
          <p:cNvSpPr/>
          <p:nvPr/>
        </p:nvSpPr>
        <p:spPr>
          <a:xfrm>
            <a:off x="0" y="0"/>
            <a:ext cx="215982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Google Shape;86;p15"/>
          <p:cNvSpPr/>
          <p:nvPr/>
        </p:nvSpPr>
        <p:spPr>
          <a:xfrm>
            <a:off x="167400" y="163944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Google Shape;86;p15"/>
          <p:cNvSpPr/>
          <p:nvPr/>
        </p:nvSpPr>
        <p:spPr>
          <a:xfrm>
            <a:off x="184320" y="3568320"/>
            <a:ext cx="239148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Google Shape;86;p15"/>
          <p:cNvSpPr/>
          <p:nvPr/>
        </p:nvSpPr>
        <p:spPr>
          <a:xfrm>
            <a:off x="15395040" y="85968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Google Shape;86;p15"/>
          <p:cNvSpPr/>
          <p:nvPr/>
        </p:nvSpPr>
        <p:spPr>
          <a:xfrm>
            <a:off x="15293520" y="257976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Google Shape;86;p15"/>
          <p:cNvSpPr/>
          <p:nvPr/>
        </p:nvSpPr>
        <p:spPr>
          <a:xfrm>
            <a:off x="15378840" y="440388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Google Shape;86;p15"/>
          <p:cNvSpPr/>
          <p:nvPr/>
        </p:nvSpPr>
        <p:spPr>
          <a:xfrm>
            <a:off x="15440400" y="604440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Google Shape;86;p15"/>
          <p:cNvSpPr/>
          <p:nvPr/>
        </p:nvSpPr>
        <p:spPr>
          <a:xfrm>
            <a:off x="15390360" y="759672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Google Shape;86;p15"/>
          <p:cNvSpPr/>
          <p:nvPr/>
        </p:nvSpPr>
        <p:spPr>
          <a:xfrm>
            <a:off x="15241320" y="894348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Google Shape;86;p15"/>
          <p:cNvSpPr/>
          <p:nvPr/>
        </p:nvSpPr>
        <p:spPr>
          <a:xfrm>
            <a:off x="12325320" y="139536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Google Shape;86;p15"/>
          <p:cNvSpPr/>
          <p:nvPr/>
        </p:nvSpPr>
        <p:spPr>
          <a:xfrm>
            <a:off x="12552480" y="934416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Google Shape;87;p15"/>
          <p:cNvSpPr/>
          <p:nvPr/>
        </p:nvSpPr>
        <p:spPr>
          <a:xfrm>
            <a:off x="6135840" y="707040"/>
            <a:ext cx="1543680" cy="176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Google Shape;87;p15"/>
          <p:cNvSpPr/>
          <p:nvPr/>
        </p:nvSpPr>
        <p:spPr>
          <a:xfrm>
            <a:off x="6072480" y="8529480"/>
            <a:ext cx="1543680" cy="176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Google Shape;86;p15"/>
          <p:cNvSpPr/>
          <p:nvPr/>
        </p:nvSpPr>
        <p:spPr>
          <a:xfrm>
            <a:off x="12365640" y="77086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Google Shape;86;p15"/>
          <p:cNvSpPr/>
          <p:nvPr/>
        </p:nvSpPr>
        <p:spPr>
          <a:xfrm>
            <a:off x="12359520" y="59518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Google Shape;86;p15"/>
          <p:cNvSpPr/>
          <p:nvPr/>
        </p:nvSpPr>
        <p:spPr>
          <a:xfrm>
            <a:off x="12394440" y="433980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Google Shape;86;p15"/>
          <p:cNvSpPr/>
          <p:nvPr/>
        </p:nvSpPr>
        <p:spPr>
          <a:xfrm>
            <a:off x="12237840" y="273060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Google Shape;86;p15"/>
          <p:cNvSpPr/>
          <p:nvPr/>
        </p:nvSpPr>
        <p:spPr>
          <a:xfrm>
            <a:off x="9318600" y="76438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Google Shape;86;p15"/>
          <p:cNvSpPr/>
          <p:nvPr/>
        </p:nvSpPr>
        <p:spPr>
          <a:xfrm>
            <a:off x="9312480" y="58870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Google Shape;86;p15"/>
          <p:cNvSpPr/>
          <p:nvPr/>
        </p:nvSpPr>
        <p:spPr>
          <a:xfrm>
            <a:off x="9347400" y="427500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Google Shape;86;p15"/>
          <p:cNvSpPr/>
          <p:nvPr/>
        </p:nvSpPr>
        <p:spPr>
          <a:xfrm>
            <a:off x="9181800" y="281232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0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Google Shape;222;p 1"/>
          <p:cNvSpPr txBox="1"/>
          <p:nvPr/>
        </p:nvSpPr>
        <p:spPr>
          <a:xfrm>
            <a:off x="814320" y="3300840"/>
            <a:ext cx="19955160" cy="4196160"/>
          </a:xfrm>
          <a:prstGeom prst="rect">
            <a:avLst/>
          </a:prstGeom>
        </p:spPr>
        <p:txBody>
          <a:bodyPr wrap="none" lIns="490680" rIns="4906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6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2" name="Google Shape;66;p1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3" name="Google Shape;67;p1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Google Shape;68;p1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Google Shape;69;p1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Google Shape;70;p1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Google Shape;71;p1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Google Shape;72;p1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73;p1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Google Shape;74;p1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Google Shape;75;p15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Google Shape;76;p15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77;p15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Google Shape;78;p15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79;p1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6" name="Google Shape;80;p1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77" name="Google Shape;81;p1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78" name="Google Shape;82;p1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79" name="Google Shape;83;p1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0" name="Google Shape;84;p1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1" name="Google Shape;85;p1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82" name="Google Shape;86;p15"/>
          <p:cNvSpPr/>
          <p:nvPr/>
        </p:nvSpPr>
        <p:spPr>
          <a:xfrm>
            <a:off x="7658640" y="714960"/>
            <a:ext cx="1224720" cy="4204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3" name="Google Shape;91;p1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4" name="Google Shape;92;p15"/>
          <p:cNvSpPr/>
          <p:nvPr/>
        </p:nvSpPr>
        <p:spPr>
          <a:xfrm>
            <a:off x="7695000" y="5102280"/>
            <a:ext cx="1187640" cy="5232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Rectangle 1"/>
          <p:cNvSpPr/>
          <p:nvPr/>
        </p:nvSpPr>
        <p:spPr>
          <a:xfrm>
            <a:off x="0" y="0"/>
            <a:ext cx="215982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Google Shape;86;p15"/>
          <p:cNvSpPr/>
          <p:nvPr/>
        </p:nvSpPr>
        <p:spPr>
          <a:xfrm>
            <a:off x="192600" y="284076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Google Shape;86;p15"/>
          <p:cNvSpPr/>
          <p:nvPr/>
        </p:nvSpPr>
        <p:spPr>
          <a:xfrm>
            <a:off x="18536400" y="95220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Google Shape;86;p15"/>
          <p:cNvSpPr/>
          <p:nvPr/>
        </p:nvSpPr>
        <p:spPr>
          <a:xfrm>
            <a:off x="18495000" y="259524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Google Shape;86;p15"/>
          <p:cNvSpPr/>
          <p:nvPr/>
        </p:nvSpPr>
        <p:spPr>
          <a:xfrm>
            <a:off x="18536400" y="431100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Google Shape;86;p15"/>
          <p:cNvSpPr/>
          <p:nvPr/>
        </p:nvSpPr>
        <p:spPr>
          <a:xfrm>
            <a:off x="18640800" y="598176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Google Shape;86;p15"/>
          <p:cNvSpPr/>
          <p:nvPr/>
        </p:nvSpPr>
        <p:spPr>
          <a:xfrm>
            <a:off x="18625320" y="759744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Google Shape;86;p15"/>
          <p:cNvSpPr/>
          <p:nvPr/>
        </p:nvSpPr>
        <p:spPr>
          <a:xfrm>
            <a:off x="18625320" y="9104040"/>
            <a:ext cx="2894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Google Shape;86;p15"/>
          <p:cNvSpPr/>
          <p:nvPr/>
        </p:nvSpPr>
        <p:spPr>
          <a:xfrm>
            <a:off x="12517560" y="130104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Google Shape;86;p15"/>
          <p:cNvSpPr/>
          <p:nvPr/>
        </p:nvSpPr>
        <p:spPr>
          <a:xfrm>
            <a:off x="12683520" y="9203400"/>
            <a:ext cx="2215440" cy="682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87;p15"/>
          <p:cNvSpPr/>
          <p:nvPr/>
        </p:nvSpPr>
        <p:spPr>
          <a:xfrm>
            <a:off x="6135840" y="707040"/>
            <a:ext cx="1543680" cy="176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Google Shape;87;p15"/>
          <p:cNvSpPr/>
          <p:nvPr/>
        </p:nvSpPr>
        <p:spPr>
          <a:xfrm>
            <a:off x="6072480" y="8529480"/>
            <a:ext cx="1543680" cy="176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Google Shape;86;p15"/>
          <p:cNvSpPr/>
          <p:nvPr/>
        </p:nvSpPr>
        <p:spPr>
          <a:xfrm>
            <a:off x="15555960" y="763344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Google Shape;86;p15"/>
          <p:cNvSpPr/>
          <p:nvPr/>
        </p:nvSpPr>
        <p:spPr>
          <a:xfrm>
            <a:off x="15625080" y="59410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Google Shape;86;p15"/>
          <p:cNvSpPr/>
          <p:nvPr/>
        </p:nvSpPr>
        <p:spPr>
          <a:xfrm>
            <a:off x="15532560" y="43804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86;p15"/>
          <p:cNvSpPr/>
          <p:nvPr/>
        </p:nvSpPr>
        <p:spPr>
          <a:xfrm>
            <a:off x="15555960" y="284076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Google Shape;86;p15"/>
          <p:cNvSpPr/>
          <p:nvPr/>
        </p:nvSpPr>
        <p:spPr>
          <a:xfrm>
            <a:off x="9594720" y="761364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Google Shape;86;p15"/>
          <p:cNvSpPr/>
          <p:nvPr/>
        </p:nvSpPr>
        <p:spPr>
          <a:xfrm>
            <a:off x="9567000" y="589140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Google Shape;86;p15"/>
          <p:cNvSpPr/>
          <p:nvPr/>
        </p:nvSpPr>
        <p:spPr>
          <a:xfrm>
            <a:off x="9578520" y="437868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Google Shape;86;p15"/>
          <p:cNvSpPr/>
          <p:nvPr/>
        </p:nvSpPr>
        <p:spPr>
          <a:xfrm>
            <a:off x="9545040" y="2794320"/>
            <a:ext cx="2408400" cy="84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Google Shape;86;p15"/>
          <p:cNvSpPr/>
          <p:nvPr/>
        </p:nvSpPr>
        <p:spPr>
          <a:xfrm>
            <a:off x="12484080" y="2779920"/>
            <a:ext cx="2453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Google Shape;86;p15"/>
          <p:cNvSpPr/>
          <p:nvPr/>
        </p:nvSpPr>
        <p:spPr>
          <a:xfrm>
            <a:off x="12517560" y="4273560"/>
            <a:ext cx="2453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Google Shape;86;p15"/>
          <p:cNvSpPr/>
          <p:nvPr/>
        </p:nvSpPr>
        <p:spPr>
          <a:xfrm>
            <a:off x="12564360" y="5904000"/>
            <a:ext cx="2453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Google Shape;86;p15"/>
          <p:cNvSpPr/>
          <p:nvPr/>
        </p:nvSpPr>
        <p:spPr>
          <a:xfrm>
            <a:off x="12616560" y="7437600"/>
            <a:ext cx="2453400" cy="1284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9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10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Google Shape;75;p15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Google Shape;76;p15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Google Shape;77;p15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78;p15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3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24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25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26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27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28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629" name="Google Shape;86;p15"/>
          <p:cNvSpPr/>
          <p:nvPr/>
        </p:nvSpPr>
        <p:spPr>
          <a:xfrm>
            <a:off x="7658640" y="714960"/>
            <a:ext cx="1225800" cy="4205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0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31" name="Google Shape;92;p15"/>
          <p:cNvSpPr/>
          <p:nvPr/>
        </p:nvSpPr>
        <p:spPr>
          <a:xfrm>
            <a:off x="7695000" y="5102280"/>
            <a:ext cx="1188720" cy="5233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Rectangle 1"/>
          <p:cNvSpPr/>
          <p:nvPr/>
        </p:nvSpPr>
        <p:spPr>
          <a:xfrm>
            <a:off x="0" y="0"/>
            <a:ext cx="21599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tIns="-45000" bIns="-45000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Google Shape;86;p15"/>
          <p:cNvSpPr/>
          <p:nvPr/>
        </p:nvSpPr>
        <p:spPr>
          <a:xfrm>
            <a:off x="192600" y="284076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Google Shape;86;p15"/>
          <p:cNvSpPr/>
          <p:nvPr/>
        </p:nvSpPr>
        <p:spPr>
          <a:xfrm>
            <a:off x="12520800" y="13467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Google Shape;86;p15"/>
          <p:cNvSpPr/>
          <p:nvPr/>
        </p:nvSpPr>
        <p:spPr>
          <a:xfrm>
            <a:off x="12617280" y="92649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Google Shape;87;p15"/>
          <p:cNvSpPr/>
          <p:nvPr/>
        </p:nvSpPr>
        <p:spPr>
          <a:xfrm>
            <a:off x="6135840" y="70704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Google Shape;87;p15"/>
          <p:cNvSpPr/>
          <p:nvPr/>
        </p:nvSpPr>
        <p:spPr>
          <a:xfrm>
            <a:off x="6072480" y="852948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Google Shape;86;p15"/>
          <p:cNvSpPr/>
          <p:nvPr/>
        </p:nvSpPr>
        <p:spPr>
          <a:xfrm>
            <a:off x="18911160" y="753624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Google Shape;86;p15"/>
          <p:cNvSpPr/>
          <p:nvPr/>
        </p:nvSpPr>
        <p:spPr>
          <a:xfrm>
            <a:off x="18892800" y="59248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Google Shape;86;p15"/>
          <p:cNvSpPr/>
          <p:nvPr/>
        </p:nvSpPr>
        <p:spPr>
          <a:xfrm>
            <a:off x="18911160" y="439596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86;p15"/>
          <p:cNvSpPr/>
          <p:nvPr/>
        </p:nvSpPr>
        <p:spPr>
          <a:xfrm>
            <a:off x="18892800" y="282636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Google Shape;86;p15"/>
          <p:cNvSpPr/>
          <p:nvPr/>
        </p:nvSpPr>
        <p:spPr>
          <a:xfrm>
            <a:off x="15615000" y="263916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Google Shape;86;p15"/>
          <p:cNvSpPr/>
          <p:nvPr/>
        </p:nvSpPr>
        <p:spPr>
          <a:xfrm>
            <a:off x="15649200" y="435132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Google Shape;86;p15"/>
          <p:cNvSpPr/>
          <p:nvPr/>
        </p:nvSpPr>
        <p:spPr>
          <a:xfrm>
            <a:off x="15649200" y="601884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Google Shape;86;p15"/>
          <p:cNvSpPr/>
          <p:nvPr/>
        </p:nvSpPr>
        <p:spPr>
          <a:xfrm>
            <a:off x="15649200" y="765720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Google Shape;86;p15"/>
          <p:cNvSpPr/>
          <p:nvPr/>
        </p:nvSpPr>
        <p:spPr>
          <a:xfrm>
            <a:off x="9489240" y="14079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Google Shape;86;p15"/>
          <p:cNvSpPr/>
          <p:nvPr/>
        </p:nvSpPr>
        <p:spPr>
          <a:xfrm>
            <a:off x="12575160" y="30063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US1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Google Shape;86;p15"/>
          <p:cNvSpPr/>
          <p:nvPr/>
        </p:nvSpPr>
        <p:spPr>
          <a:xfrm>
            <a:off x="12588840" y="456228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US1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Google Shape;86;p15"/>
          <p:cNvSpPr/>
          <p:nvPr/>
        </p:nvSpPr>
        <p:spPr>
          <a:xfrm>
            <a:off x="12520800" y="611604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US2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Google Shape;86;p15"/>
          <p:cNvSpPr/>
          <p:nvPr/>
        </p:nvSpPr>
        <p:spPr>
          <a:xfrm>
            <a:off x="12588840" y="765720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US2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Google Shape;86;p15"/>
          <p:cNvSpPr/>
          <p:nvPr/>
        </p:nvSpPr>
        <p:spPr>
          <a:xfrm>
            <a:off x="9593640" y="90903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US3</a:t>
            </a: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2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53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Google Shape;75;p15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Google Shape;76;p15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Google Shape;77;p15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Google Shape;78;p15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6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67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68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69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70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71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672" name="Google Shape;86;p15"/>
          <p:cNvSpPr/>
          <p:nvPr/>
        </p:nvSpPr>
        <p:spPr>
          <a:xfrm>
            <a:off x="7658640" y="714960"/>
            <a:ext cx="1225800" cy="4205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3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74" name="Google Shape;92;p15"/>
          <p:cNvSpPr/>
          <p:nvPr/>
        </p:nvSpPr>
        <p:spPr>
          <a:xfrm>
            <a:off x="7695000" y="5102280"/>
            <a:ext cx="1188720" cy="5233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Rectangle 1"/>
          <p:cNvSpPr/>
          <p:nvPr/>
        </p:nvSpPr>
        <p:spPr>
          <a:xfrm>
            <a:off x="0" y="0"/>
            <a:ext cx="21599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tIns="-45000" bIns="-45000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Google Shape;86;p15"/>
          <p:cNvSpPr/>
          <p:nvPr/>
        </p:nvSpPr>
        <p:spPr>
          <a:xfrm>
            <a:off x="192600" y="284076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Google Shape;86;p15"/>
          <p:cNvSpPr/>
          <p:nvPr/>
        </p:nvSpPr>
        <p:spPr>
          <a:xfrm>
            <a:off x="15903360" y="930204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Google Shape;87;p15"/>
          <p:cNvSpPr/>
          <p:nvPr/>
        </p:nvSpPr>
        <p:spPr>
          <a:xfrm>
            <a:off x="6135840" y="70704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Google Shape;87;p15"/>
          <p:cNvSpPr/>
          <p:nvPr/>
        </p:nvSpPr>
        <p:spPr>
          <a:xfrm>
            <a:off x="6072480" y="852948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Google Shape;86;p15"/>
          <p:cNvSpPr/>
          <p:nvPr/>
        </p:nvSpPr>
        <p:spPr>
          <a:xfrm>
            <a:off x="12660120" y="922176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Google Shape;86;p15"/>
          <p:cNvSpPr/>
          <p:nvPr/>
        </p:nvSpPr>
        <p:spPr>
          <a:xfrm>
            <a:off x="12424320" y="120996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86;p15"/>
          <p:cNvSpPr/>
          <p:nvPr/>
        </p:nvSpPr>
        <p:spPr>
          <a:xfrm>
            <a:off x="18952200" y="267120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86;p15"/>
          <p:cNvSpPr/>
          <p:nvPr/>
        </p:nvSpPr>
        <p:spPr>
          <a:xfrm>
            <a:off x="19051200" y="432684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86;p15"/>
          <p:cNvSpPr/>
          <p:nvPr/>
        </p:nvSpPr>
        <p:spPr>
          <a:xfrm>
            <a:off x="19051200" y="601668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Google Shape;86;p15"/>
          <p:cNvSpPr/>
          <p:nvPr/>
        </p:nvSpPr>
        <p:spPr>
          <a:xfrm>
            <a:off x="19144800" y="763560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Google Shape;86;p15"/>
          <p:cNvSpPr/>
          <p:nvPr/>
        </p:nvSpPr>
        <p:spPr>
          <a:xfrm>
            <a:off x="12588840" y="291240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US1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Google Shape;86;p15"/>
          <p:cNvSpPr/>
          <p:nvPr/>
        </p:nvSpPr>
        <p:spPr>
          <a:xfrm>
            <a:off x="12664080" y="445428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US1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Google Shape;86;p15"/>
          <p:cNvSpPr/>
          <p:nvPr/>
        </p:nvSpPr>
        <p:spPr>
          <a:xfrm>
            <a:off x="12664080" y="612828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US2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Google Shape;86;p15"/>
          <p:cNvSpPr/>
          <p:nvPr/>
        </p:nvSpPr>
        <p:spPr>
          <a:xfrm>
            <a:off x="12715560" y="763704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US2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86;p15"/>
          <p:cNvSpPr/>
          <p:nvPr/>
        </p:nvSpPr>
        <p:spPr>
          <a:xfrm>
            <a:off x="15725520" y="135468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Google Shape;86;p15"/>
          <p:cNvSpPr/>
          <p:nvPr/>
        </p:nvSpPr>
        <p:spPr>
          <a:xfrm>
            <a:off x="9366120" y="123588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86;p15"/>
          <p:cNvSpPr/>
          <p:nvPr/>
        </p:nvSpPr>
        <p:spPr>
          <a:xfrm>
            <a:off x="9609840" y="930204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Demo/tests video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3" name="Google Shape;221;p 2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7480" cy="107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4" name="Google Shape;222;p 2"/>
          <p:cNvSpPr txBox="1"/>
          <p:nvPr/>
        </p:nvSpPr>
        <p:spPr>
          <a:xfrm>
            <a:off x="814320" y="3300840"/>
            <a:ext cx="19955160" cy="4196160"/>
          </a:xfrm>
          <a:prstGeom prst="rect">
            <a:avLst/>
          </a:prstGeom>
        </p:spPr>
        <p:txBody>
          <a:bodyPr wrap="none" lIns="490680" rIns="4906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7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5" name="Google Shape;66;p 4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96" name="Google Shape;67;p 4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Google Shape;68;p 4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69;p 4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Google Shape;70;p 4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71;p 4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Google Shape;72;p 4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Google Shape;73;p 4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Google Shape;74;p 4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Google Shape;75;p 4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Google Shape;76;p 4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Google Shape;77;p 4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Google Shape;78;p 4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Google Shape;79;p 4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9" name="Google Shape;80;p 4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0" name="Google Shape;81;p 4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1" name="Google Shape;82;p 4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2" name="Google Shape;83;p 4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3" name="Google Shape;84;p 4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4" name="Google Shape;85;p 4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5" name="Google Shape;91;p 4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16" name="Google Shape;92;p 2"/>
          <p:cNvSpPr/>
          <p:nvPr/>
        </p:nvSpPr>
        <p:spPr>
          <a:xfrm>
            <a:off x="6120000" y="1260000"/>
            <a:ext cx="1187640" cy="845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Rectangle 3"/>
          <p:cNvSpPr/>
          <p:nvPr/>
        </p:nvSpPr>
        <p:spPr>
          <a:xfrm>
            <a:off x="6920640" y="-319320"/>
            <a:ext cx="77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Google Shape;86;p 24"/>
          <p:cNvSpPr/>
          <p:nvPr/>
        </p:nvSpPr>
        <p:spPr>
          <a:xfrm>
            <a:off x="180000" y="596088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Google Shape;87;p 43"/>
          <p:cNvSpPr/>
          <p:nvPr/>
        </p:nvSpPr>
        <p:spPr>
          <a:xfrm>
            <a:off x="7455240" y="1260000"/>
            <a:ext cx="1183680" cy="845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Google Shape;86;p 40"/>
          <p:cNvSpPr/>
          <p:nvPr/>
        </p:nvSpPr>
        <p:spPr>
          <a:xfrm>
            <a:off x="9545040" y="270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Google Shape;86;p 4"/>
          <p:cNvSpPr/>
          <p:nvPr/>
        </p:nvSpPr>
        <p:spPr>
          <a:xfrm>
            <a:off x="9540000" y="108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Google Shape;86;p 5"/>
          <p:cNvSpPr/>
          <p:nvPr/>
        </p:nvSpPr>
        <p:spPr>
          <a:xfrm>
            <a:off x="9540000" y="432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Google Shape;86;p 6"/>
          <p:cNvSpPr/>
          <p:nvPr/>
        </p:nvSpPr>
        <p:spPr>
          <a:xfrm>
            <a:off x="9540000" y="576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Google Shape;86;p 7"/>
          <p:cNvSpPr/>
          <p:nvPr/>
        </p:nvSpPr>
        <p:spPr>
          <a:xfrm>
            <a:off x="9540000" y="738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Google Shape;86;p 8"/>
          <p:cNvSpPr/>
          <p:nvPr/>
        </p:nvSpPr>
        <p:spPr>
          <a:xfrm>
            <a:off x="9540000" y="900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Google Shape;86;p 9"/>
          <p:cNvSpPr/>
          <p:nvPr/>
        </p:nvSpPr>
        <p:spPr>
          <a:xfrm>
            <a:off x="180000" y="434088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7" name="Google Shape;66;p 5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28" name="Google Shape;67;p 5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Google Shape;68;p 5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Google Shape;69;p 5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Google Shape;70;p 5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Google Shape;71;p 5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Google Shape;72;p 5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Google Shape;73;p 5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Google Shape;74;p 5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Google Shape;75;p 5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Google Shape;76;p 5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Google Shape;77;p 5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Google Shape;78;p 5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Google Shape;79;p 5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1" name="Google Shape;80;p 5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2" name="Google Shape;81;p 5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3" name="Google Shape;82;p 5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4" name="Google Shape;83;p 5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5" name="Google Shape;84;p 5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6" name="Google Shape;85;p 5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7" name="Google Shape;91;p 5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48" name="Google Shape;92;p 3"/>
          <p:cNvSpPr/>
          <p:nvPr/>
        </p:nvSpPr>
        <p:spPr>
          <a:xfrm>
            <a:off x="6120000" y="1260000"/>
            <a:ext cx="1187640" cy="845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Rectangle 4"/>
          <p:cNvSpPr/>
          <p:nvPr/>
        </p:nvSpPr>
        <p:spPr>
          <a:xfrm>
            <a:off x="6920640" y="-318960"/>
            <a:ext cx="78890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Google Shape;86;p 10"/>
          <p:cNvSpPr/>
          <p:nvPr/>
        </p:nvSpPr>
        <p:spPr>
          <a:xfrm>
            <a:off x="180000" y="596088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Google Shape;87;p 37"/>
          <p:cNvSpPr/>
          <p:nvPr/>
        </p:nvSpPr>
        <p:spPr>
          <a:xfrm>
            <a:off x="7455240" y="1260000"/>
            <a:ext cx="1183680" cy="845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Google Shape;86;p 11"/>
          <p:cNvSpPr/>
          <p:nvPr/>
        </p:nvSpPr>
        <p:spPr>
          <a:xfrm>
            <a:off x="15480000" y="270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Google Shape;86;p 12"/>
          <p:cNvSpPr/>
          <p:nvPr/>
        </p:nvSpPr>
        <p:spPr>
          <a:xfrm>
            <a:off x="15591240" y="108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Google Shape;86;p 13"/>
          <p:cNvSpPr/>
          <p:nvPr/>
        </p:nvSpPr>
        <p:spPr>
          <a:xfrm>
            <a:off x="15480000" y="432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Google Shape;86;p 14"/>
          <p:cNvSpPr/>
          <p:nvPr/>
        </p:nvSpPr>
        <p:spPr>
          <a:xfrm>
            <a:off x="15660000" y="558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Google Shape;86;p 15"/>
          <p:cNvSpPr/>
          <p:nvPr/>
        </p:nvSpPr>
        <p:spPr>
          <a:xfrm>
            <a:off x="15591240" y="720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Google Shape;86;p 16"/>
          <p:cNvSpPr/>
          <p:nvPr/>
        </p:nvSpPr>
        <p:spPr>
          <a:xfrm>
            <a:off x="15660000" y="882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Google Shape;86;p 17"/>
          <p:cNvSpPr/>
          <p:nvPr/>
        </p:nvSpPr>
        <p:spPr>
          <a:xfrm>
            <a:off x="180000" y="434088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Google Shape;86;p 18"/>
          <p:cNvSpPr/>
          <p:nvPr/>
        </p:nvSpPr>
        <p:spPr>
          <a:xfrm>
            <a:off x="12240000" y="108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Google Shape;86;p 47"/>
          <p:cNvSpPr/>
          <p:nvPr/>
        </p:nvSpPr>
        <p:spPr>
          <a:xfrm>
            <a:off x="12171240" y="252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Google Shape;86;p 48"/>
          <p:cNvSpPr/>
          <p:nvPr/>
        </p:nvSpPr>
        <p:spPr>
          <a:xfrm>
            <a:off x="12240000" y="414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Google Shape;86;p 49"/>
          <p:cNvSpPr/>
          <p:nvPr/>
        </p:nvSpPr>
        <p:spPr>
          <a:xfrm>
            <a:off x="12351240" y="576000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Google Shape;86;p 50"/>
          <p:cNvSpPr/>
          <p:nvPr/>
        </p:nvSpPr>
        <p:spPr>
          <a:xfrm>
            <a:off x="12240000" y="738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Google Shape;86;p 51"/>
          <p:cNvSpPr/>
          <p:nvPr/>
        </p:nvSpPr>
        <p:spPr>
          <a:xfrm>
            <a:off x="12420000" y="8820720"/>
            <a:ext cx="240840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66;p 8"/>
          <p:cNvCxnSpPr/>
          <p:nvPr/>
        </p:nvCxnSpPr>
        <p:spPr>
          <a:xfrm>
            <a:off x="5944680" y="-31320"/>
            <a:ext cx="252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66" name="Google Shape;67;p 8"/>
          <p:cNvSpPr/>
          <p:nvPr/>
        </p:nvSpPr>
        <p:spPr>
          <a:xfrm>
            <a:off x="31971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Google Shape;68;p 8"/>
          <p:cNvSpPr/>
          <p:nvPr/>
        </p:nvSpPr>
        <p:spPr>
          <a:xfrm>
            <a:off x="628164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Google Shape;69;p 8"/>
          <p:cNvSpPr/>
          <p:nvPr/>
        </p:nvSpPr>
        <p:spPr>
          <a:xfrm>
            <a:off x="936612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Google Shape;70;p 8"/>
          <p:cNvSpPr/>
          <p:nvPr/>
        </p:nvSpPr>
        <p:spPr>
          <a:xfrm>
            <a:off x="12395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Google Shape;71;p 8"/>
          <p:cNvSpPr/>
          <p:nvPr/>
        </p:nvSpPr>
        <p:spPr>
          <a:xfrm>
            <a:off x="1553256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Google Shape;72;p 8"/>
          <p:cNvSpPr/>
          <p:nvPr/>
        </p:nvSpPr>
        <p:spPr>
          <a:xfrm>
            <a:off x="1866888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Google Shape;73;p 8"/>
          <p:cNvSpPr/>
          <p:nvPr/>
        </p:nvSpPr>
        <p:spPr>
          <a:xfrm>
            <a:off x="167400" y="842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Google Shape;74;p 8"/>
          <p:cNvSpPr/>
          <p:nvPr/>
        </p:nvSpPr>
        <p:spPr>
          <a:xfrm>
            <a:off x="3197160" y="13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Google Shape;75;p 8"/>
          <p:cNvSpPr/>
          <p:nvPr/>
        </p:nvSpPr>
        <p:spPr>
          <a:xfrm>
            <a:off x="3197160" y="61261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Google Shape;76;p 8"/>
          <p:cNvSpPr/>
          <p:nvPr/>
        </p:nvSpPr>
        <p:spPr>
          <a:xfrm>
            <a:off x="3197160" y="299052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Google Shape;77;p 8"/>
          <p:cNvSpPr/>
          <p:nvPr/>
        </p:nvSpPr>
        <p:spPr>
          <a:xfrm>
            <a:off x="3212280" y="45500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Google Shape;78;p 8"/>
          <p:cNvSpPr/>
          <p:nvPr/>
        </p:nvSpPr>
        <p:spPr>
          <a:xfrm>
            <a:off x="3197160" y="768564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Google Shape;79;p 8"/>
          <p:cNvSpPr/>
          <p:nvPr/>
        </p:nvSpPr>
        <p:spPr>
          <a:xfrm>
            <a:off x="3197160" y="9264960"/>
            <a:ext cx="2408400" cy="4784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9" name="Google Shape;80;p 8"/>
          <p:cNvCxnSpPr/>
          <p:nvPr/>
        </p:nvCxnSpPr>
        <p:spPr>
          <a:xfrm>
            <a:off x="5607720" y="16257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0" name="Google Shape;81;p 8"/>
          <p:cNvCxnSpPr/>
          <p:nvPr/>
        </p:nvCxnSpPr>
        <p:spPr>
          <a:xfrm>
            <a:off x="5607720" y="32018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1" name="Google Shape;82;p 8"/>
          <p:cNvCxnSpPr/>
          <p:nvPr/>
        </p:nvCxnSpPr>
        <p:spPr>
          <a:xfrm>
            <a:off x="5607720" y="47775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2" name="Google Shape;83;p 8"/>
          <p:cNvCxnSpPr/>
          <p:nvPr/>
        </p:nvCxnSpPr>
        <p:spPr>
          <a:xfrm>
            <a:off x="5607720" y="63536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3" name="Google Shape;84;p 8"/>
          <p:cNvCxnSpPr/>
          <p:nvPr/>
        </p:nvCxnSpPr>
        <p:spPr>
          <a:xfrm>
            <a:off x="5607720" y="792936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4" name="Google Shape;85;p 8"/>
          <p:cNvCxnSpPr/>
          <p:nvPr/>
        </p:nvCxnSpPr>
        <p:spPr>
          <a:xfrm>
            <a:off x="5607720" y="9505440"/>
            <a:ext cx="16044840" cy="25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5" name="Google Shape;91;p 8"/>
          <p:cNvCxnSpPr/>
          <p:nvPr/>
        </p:nvCxnSpPr>
        <p:spPr>
          <a:xfrm>
            <a:off x="2874240" y="-28440"/>
            <a:ext cx="2520" cy="108594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86" name="Google Shape;92;p 5"/>
          <p:cNvSpPr/>
          <p:nvPr/>
        </p:nvSpPr>
        <p:spPr>
          <a:xfrm>
            <a:off x="6120000" y="1260000"/>
            <a:ext cx="1187640" cy="845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Rectangle 6"/>
          <p:cNvSpPr/>
          <p:nvPr/>
        </p:nvSpPr>
        <p:spPr>
          <a:xfrm>
            <a:off x="6920640" y="-318960"/>
            <a:ext cx="78890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Google Shape;86;p 52"/>
          <p:cNvSpPr/>
          <p:nvPr/>
        </p:nvSpPr>
        <p:spPr>
          <a:xfrm>
            <a:off x="180000" y="596088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Google Shape;87;p 46"/>
          <p:cNvSpPr/>
          <p:nvPr/>
        </p:nvSpPr>
        <p:spPr>
          <a:xfrm>
            <a:off x="7455240" y="1260000"/>
            <a:ext cx="1183680" cy="845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Google Shape;86;p 54"/>
          <p:cNvSpPr/>
          <p:nvPr/>
        </p:nvSpPr>
        <p:spPr>
          <a:xfrm>
            <a:off x="18000000" y="900000"/>
            <a:ext cx="1979640" cy="91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Google Shape;86;p 59"/>
          <p:cNvSpPr/>
          <p:nvPr/>
        </p:nvSpPr>
        <p:spPr>
          <a:xfrm>
            <a:off x="180000" y="4340880"/>
            <a:ext cx="2408400" cy="878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Google Shape;86;p 60"/>
          <p:cNvSpPr/>
          <p:nvPr/>
        </p:nvSpPr>
        <p:spPr>
          <a:xfrm>
            <a:off x="20160000" y="900000"/>
            <a:ext cx="1259640" cy="899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255</TotalTime>
  <Application>LibreOffice/25.2.6.2$Linux_X86_64 LibreOffice_project/40d1a0e1d5bdf1afaeae24d9ece32bbb00fa66a4</Application>
  <AppVersion>15.0000</AppVersion>
  <Words>4519</Words>
  <Paragraphs>632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2025-12-04T16:48:21Z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Personalizados</vt:lpwstr>
  </property>
  <property fmtid="{D5CDD505-2E9C-101B-9397-08002B2CF9AE}" pid="4" name="Slides">
    <vt:i4>31</vt:i4>
  </property>
</Properties>
</file>